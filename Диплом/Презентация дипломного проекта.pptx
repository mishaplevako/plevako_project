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autoCompressPictures="0">
  <p:sldMasterIdLst>
    <p:sldMasterId id="2147483695" r:id="rId1"/>
  </p:sldMasterIdLst>
  <p:notesMasterIdLst>
    <p:notesMasterId r:id="rId14"/>
  </p:notesMasterIdLst>
  <p:sldIdLst>
    <p:sldId id="296" r:id="rId2"/>
    <p:sldId id="353" r:id="rId3"/>
    <p:sldId id="344" r:id="rId4"/>
    <p:sldId id="345" r:id="rId5"/>
    <p:sldId id="366" r:id="rId6"/>
    <p:sldId id="347" r:id="rId7"/>
    <p:sldId id="363" r:id="rId8"/>
    <p:sldId id="367" r:id="rId9"/>
    <p:sldId id="364" r:id="rId10"/>
    <p:sldId id="365" r:id="rId11"/>
    <p:sldId id="359" r:id="rId12"/>
    <p:sldId id="362" r:id="rId13"/>
  </p:sldIdLst>
  <p:sldSz cx="13439775" cy="7559675"/>
  <p:notesSz cx="6797675" cy="9928225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224" userDrawn="1">
          <p15:clr>
            <a:srgbClr val="A4A3A4"/>
          </p15:clr>
        </p15:guide>
        <p15:guide id="2" pos="3303" userDrawn="1">
          <p15:clr>
            <a:srgbClr val="A4A3A4"/>
          </p15:clr>
        </p15:guide>
        <p15:guide id="3" orient="horz" pos="4422" userDrawn="1">
          <p15:clr>
            <a:srgbClr val="A4A3A4"/>
          </p15:clr>
        </p15:guide>
        <p15:guide id="4" pos="4687" userDrawn="1">
          <p15:clr>
            <a:srgbClr val="A4A3A4"/>
          </p15:clr>
        </p15:guide>
        <p15:guide id="5" pos="2986" userDrawn="1">
          <p15:clr>
            <a:srgbClr val="A4A3A4"/>
          </p15:clr>
        </p15:guide>
        <p15:guide id="6" orient="horz" pos="2154" userDrawn="1">
          <p15:clr>
            <a:srgbClr val="A4A3A4"/>
          </p15:clr>
        </p15:guide>
        <p15:guide id="7" orient="horz" pos="1814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Горина Екатерина Леонидовна" initials="ГЕЛ" lastIdx="10" clrIdx="0">
    <p:extLst>
      <p:ext uri="{19B8F6BF-5375-455C-9EA6-DF929625EA0E}">
        <p15:presenceInfo xmlns:p15="http://schemas.microsoft.com/office/powerpoint/2012/main" userId="S-1-5-21-2542494797-2759003736-1566031932-20664" providerId="AD"/>
      </p:ext>
    </p:extLst>
  </p:cmAuthor>
  <p:cmAuthor id="2" name="Шевченко Владислав Сергеевич" initials="ШВС" lastIdx="1" clrIdx="1">
    <p:extLst>
      <p:ext uri="{19B8F6BF-5375-455C-9EA6-DF929625EA0E}">
        <p15:presenceInfo xmlns:p15="http://schemas.microsoft.com/office/powerpoint/2012/main" userId="S-1-5-21-2542494797-2759003736-1566031932-59160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40"/>
    <a:srgbClr val="FF2D64"/>
    <a:srgbClr val="00A6FF"/>
    <a:srgbClr val="ACDFFF"/>
    <a:srgbClr val="D5F2FF"/>
    <a:srgbClr val="FFCEDB"/>
    <a:srgbClr val="FFF4E7"/>
    <a:srgbClr val="5A3434"/>
    <a:srgbClr val="D1D5DA"/>
    <a:srgbClr val="68178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Нет стиля, нет сетки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Нет стиля, сетка таблиц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793D81CF-94F2-401A-BA57-92F5A7B2D0C5}" styleName="Средний стиль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027" autoAdjust="0"/>
    <p:restoredTop sz="96374" autoAdjust="0"/>
  </p:normalViewPr>
  <p:slideViewPr>
    <p:cSldViewPr snapToGrid="0" snapToObjects="1">
      <p:cViewPr varScale="1">
        <p:scale>
          <a:sx n="144" d="100"/>
          <a:sy n="144" d="100"/>
        </p:scale>
        <p:origin x="180" y="186"/>
      </p:cViewPr>
      <p:guideLst>
        <p:guide orient="horz" pos="1224"/>
        <p:guide pos="3303"/>
        <p:guide orient="horz" pos="4422"/>
        <p:guide pos="4687"/>
        <p:guide pos="2986"/>
        <p:guide orient="horz" pos="2154"/>
        <p:guide orient="horz" pos="1814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commentAuthors" Target="commentAuthors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D:\&#1042;&#1050;&#1056;\&#1076;&#1080;&#1072;&#1075;&#1088;&#1072;&#1084;&#1084;&#1099;%20&#1076;&#1083;&#1103;%203.2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file:///D:\&#1042;&#1050;&#1056;\&#1076;&#1080;&#1072;&#1075;&#1088;&#1072;&#1084;&#1084;&#1099;%20&#1076;&#1083;&#1103;%203.2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1" i="0" u="none" strike="noStrike" kern="1200" spc="0" baseline="0">
                <a:solidFill>
                  <a:sysClr val="windowText" lastClr="000000"/>
                </a:solidFill>
                <a:latin typeface="+mn-lt"/>
                <a:ea typeface="+mn-ea"/>
                <a:cs typeface="+mn-cs"/>
              </a:defRPr>
            </a:pPr>
            <a:r>
              <a:rPr lang="ru-RU" b="1">
                <a:solidFill>
                  <a:sysClr val="windowText" lastClr="000000"/>
                </a:solidFill>
              </a:rPr>
              <a:t>Сопоставление трудовых затрат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1" i="0" u="none" strike="noStrike" kern="1200" spc="0" baseline="0">
              <a:solidFill>
                <a:sysClr val="windowText" lastClr="000000"/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Pt>
            <c:idx val="1"/>
            <c:invertIfNegative val="0"/>
            <c:bubble3D val="0"/>
            <c:spPr>
              <a:solidFill>
                <a:schemeClr val="accent2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8A31-46E5-AA9F-5D2732DC7F10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ysClr val="windowText" lastClr="000000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Лист1!$C$6:$D$6</c:f>
              <c:strCache>
                <c:ptCount val="2"/>
                <c:pt idx="0">
                  <c:v>Базовый вариант</c:v>
                </c:pt>
                <c:pt idx="1">
                  <c:v>Проектируемый вариант</c:v>
                </c:pt>
              </c:strCache>
            </c:strRef>
          </c:cat>
          <c:val>
            <c:numRef>
              <c:f>Лист1!$C$7:$D$7</c:f>
              <c:numCache>
                <c:formatCode>General</c:formatCode>
                <c:ptCount val="2"/>
                <c:pt idx="0">
                  <c:v>1032</c:v>
                </c:pt>
                <c:pt idx="1">
                  <c:v>624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8A31-46E5-AA9F-5D2732DC7F1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478330287"/>
        <c:axId val="478331727"/>
      </c:barChart>
      <c:catAx>
        <c:axId val="478330287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ysClr val="windowText" lastClr="000000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78331727"/>
        <c:crosses val="autoZero"/>
        <c:auto val="1"/>
        <c:lblAlgn val="ctr"/>
        <c:lblOffset val="100"/>
        <c:noMultiLvlLbl val="0"/>
      </c:catAx>
      <c:valAx>
        <c:axId val="478331727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78330287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1" i="0" u="none" strike="noStrike" kern="1200" spc="0" baseline="0">
                <a:solidFill>
                  <a:sysClr val="windowText" lastClr="000000"/>
                </a:solidFill>
                <a:latin typeface="+mn-lt"/>
                <a:ea typeface="+mn-ea"/>
                <a:cs typeface="+mn-cs"/>
              </a:defRPr>
            </a:pPr>
            <a:r>
              <a:rPr lang="ru-RU" b="1">
                <a:solidFill>
                  <a:sysClr val="windowText" lastClr="000000"/>
                </a:solidFill>
              </a:rPr>
              <a:t>Сопоставление стоимостных затрат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1" i="0" u="none" strike="noStrike" kern="1200" spc="0" baseline="0">
              <a:solidFill>
                <a:sysClr val="windowText" lastClr="000000"/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Pt>
            <c:idx val="1"/>
            <c:invertIfNegative val="0"/>
            <c:bubble3D val="0"/>
            <c:spPr>
              <a:solidFill>
                <a:schemeClr val="accent2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4280-40C6-9735-D3391C497440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ysClr val="windowText" lastClr="000000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Лист1!$G$6:$H$6</c:f>
              <c:strCache>
                <c:ptCount val="2"/>
                <c:pt idx="0">
                  <c:v>Базовый вариант</c:v>
                </c:pt>
                <c:pt idx="1">
                  <c:v>Проектируемый вариант</c:v>
                </c:pt>
              </c:strCache>
            </c:strRef>
          </c:cat>
          <c:val>
            <c:numRef>
              <c:f>Лист1!$G$7:$H$7</c:f>
              <c:numCache>
                <c:formatCode>General</c:formatCode>
                <c:ptCount val="2"/>
                <c:pt idx="0">
                  <c:v>937440</c:v>
                </c:pt>
                <c:pt idx="1">
                  <c:v>568320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4280-40C6-9735-D3391C49744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609370783"/>
        <c:axId val="609371263"/>
      </c:barChart>
      <c:catAx>
        <c:axId val="60937078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ysClr val="windowText" lastClr="000000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609371263"/>
        <c:crosses val="autoZero"/>
        <c:auto val="1"/>
        <c:lblAlgn val="ctr"/>
        <c:lblOffset val="100"/>
        <c:noMultiLvlLbl val="0"/>
      </c:catAx>
      <c:valAx>
        <c:axId val="609371263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609370783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329385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533741" rtl="0" eaLnBrk="1" latinLnBrk="0" hangingPunct="1">
      <a:defRPr sz="701" kern="1200">
        <a:solidFill>
          <a:schemeClr val="tx1"/>
        </a:solidFill>
        <a:latin typeface="+mn-lt"/>
        <a:ea typeface="+mn-ea"/>
        <a:cs typeface="+mn-cs"/>
      </a:defRPr>
    </a:lvl1pPr>
    <a:lvl2pPr marL="266870" algn="l" defTabSz="533741" rtl="0" eaLnBrk="1" latinLnBrk="0" hangingPunct="1">
      <a:defRPr sz="701" kern="1200">
        <a:solidFill>
          <a:schemeClr val="tx1"/>
        </a:solidFill>
        <a:latin typeface="+mn-lt"/>
        <a:ea typeface="+mn-ea"/>
        <a:cs typeface="+mn-cs"/>
      </a:defRPr>
    </a:lvl2pPr>
    <a:lvl3pPr marL="533741" algn="l" defTabSz="533741" rtl="0" eaLnBrk="1" latinLnBrk="0" hangingPunct="1">
      <a:defRPr sz="701" kern="1200">
        <a:solidFill>
          <a:schemeClr val="tx1"/>
        </a:solidFill>
        <a:latin typeface="+mn-lt"/>
        <a:ea typeface="+mn-ea"/>
        <a:cs typeface="+mn-cs"/>
      </a:defRPr>
    </a:lvl3pPr>
    <a:lvl4pPr marL="800610" algn="l" defTabSz="533741" rtl="0" eaLnBrk="1" latinLnBrk="0" hangingPunct="1">
      <a:defRPr sz="701" kern="1200">
        <a:solidFill>
          <a:schemeClr val="tx1"/>
        </a:solidFill>
        <a:latin typeface="+mn-lt"/>
        <a:ea typeface="+mn-ea"/>
        <a:cs typeface="+mn-cs"/>
      </a:defRPr>
    </a:lvl4pPr>
    <a:lvl5pPr marL="1067480" algn="l" defTabSz="533741" rtl="0" eaLnBrk="1" latinLnBrk="0" hangingPunct="1">
      <a:defRPr sz="701" kern="1200">
        <a:solidFill>
          <a:schemeClr val="tx1"/>
        </a:solidFill>
        <a:latin typeface="+mn-lt"/>
        <a:ea typeface="+mn-ea"/>
        <a:cs typeface="+mn-cs"/>
      </a:defRPr>
    </a:lvl5pPr>
    <a:lvl6pPr marL="1334351" algn="l" defTabSz="533741" rtl="0" eaLnBrk="1" latinLnBrk="0" hangingPunct="1">
      <a:defRPr sz="701" kern="1200">
        <a:solidFill>
          <a:schemeClr val="tx1"/>
        </a:solidFill>
        <a:latin typeface="+mn-lt"/>
        <a:ea typeface="+mn-ea"/>
        <a:cs typeface="+mn-cs"/>
      </a:defRPr>
    </a:lvl6pPr>
    <a:lvl7pPr marL="1601220" algn="l" defTabSz="533741" rtl="0" eaLnBrk="1" latinLnBrk="0" hangingPunct="1">
      <a:defRPr sz="701" kern="1200">
        <a:solidFill>
          <a:schemeClr val="tx1"/>
        </a:solidFill>
        <a:latin typeface="+mn-lt"/>
        <a:ea typeface="+mn-ea"/>
        <a:cs typeface="+mn-cs"/>
      </a:defRPr>
    </a:lvl7pPr>
    <a:lvl8pPr marL="1868090" algn="l" defTabSz="533741" rtl="0" eaLnBrk="1" latinLnBrk="0" hangingPunct="1">
      <a:defRPr sz="701" kern="1200">
        <a:solidFill>
          <a:schemeClr val="tx1"/>
        </a:solidFill>
        <a:latin typeface="+mn-lt"/>
        <a:ea typeface="+mn-ea"/>
        <a:cs typeface="+mn-cs"/>
      </a:defRPr>
    </a:lvl8pPr>
    <a:lvl9pPr marL="2134959" algn="l" defTabSz="533741" rtl="0" eaLnBrk="1" latinLnBrk="0" hangingPunct="1">
      <a:defRPr sz="701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48939" tIns="24469" rIns="48939" bIns="24469"/>
          <a:lstStyle/>
          <a:p>
            <a:endParaRPr lang="en-US">
              <a:latin typeface="TT Norms Regular" panose="02000503030000020003" pitchFamily="2" charset="-52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 lIns="48939" tIns="24469" rIns="48939" bIns="24469"/>
          <a:lstStyle/>
          <a:p>
            <a:fld id="{F7021451-1387-4CA6-816F-3879F97B5CBC}" type="slidenum">
              <a:rPr lang="en-US">
                <a:latin typeface="TT Norms Regular" panose="02000503030000020003" pitchFamily="2" charset="-52"/>
              </a:rPr>
              <a:t>1</a:t>
            </a:fld>
            <a:endParaRPr lang="en-US">
              <a:latin typeface="TT Norms Regular" panose="02000503030000020003" pitchFamily="2" charset="-52"/>
            </a:endParaRPr>
          </a:p>
        </p:txBody>
      </p:sp>
    </p:spTree>
    <p:extLst>
      <p:ext uri="{BB962C8B-B14F-4D97-AF65-F5344CB8AC3E}">
        <p14:creationId xmlns:p14="http://schemas.microsoft.com/office/powerpoint/2010/main" val="264571977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422275" y="1241425"/>
            <a:ext cx="5953125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>
          <a:xfrm>
            <a:off x="679450" y="4778375"/>
            <a:ext cx="5438775" cy="3908425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5085058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422275" y="1241425"/>
            <a:ext cx="5953125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>
          <a:xfrm>
            <a:off x="679450" y="4778375"/>
            <a:ext cx="5438775" cy="3908425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064023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422275" y="1241425"/>
            <a:ext cx="5953125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>
          <a:xfrm>
            <a:off x="679450" y="4778375"/>
            <a:ext cx="5438775" cy="3908425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4939951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422275" y="1241425"/>
            <a:ext cx="5953125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>
          <a:xfrm>
            <a:off x="679450" y="4778375"/>
            <a:ext cx="5438775" cy="3908425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0077827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422275" y="1241425"/>
            <a:ext cx="5953125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>
          <a:xfrm>
            <a:off x="679450" y="4778375"/>
            <a:ext cx="5438775" cy="3908425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8768709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422275" y="1241425"/>
            <a:ext cx="5953125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>
          <a:xfrm>
            <a:off x="679450" y="4778375"/>
            <a:ext cx="5438775" cy="3908425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2227736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422275" y="1241425"/>
            <a:ext cx="5953125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>
          <a:xfrm>
            <a:off x="679450" y="4778375"/>
            <a:ext cx="5438775" cy="3908425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9192591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422275" y="1241425"/>
            <a:ext cx="5953125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>
          <a:xfrm>
            <a:off x="679450" y="4778375"/>
            <a:ext cx="5438775" cy="3908425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6165114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422275" y="1241425"/>
            <a:ext cx="5953125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>
          <a:xfrm>
            <a:off x="679450" y="4778375"/>
            <a:ext cx="5438775" cy="3908425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3868429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>
              <a:latin typeface="TT Norms Regular" panose="02000503030000020003" pitchFamily="2" charset="-52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T Norms Regular" panose="02000503030000020003" pitchFamily="2" charset="-52"/>
                <a:ea typeface="+mn-ea"/>
                <a:cs typeface="+mn-cs"/>
              </a:rPr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T Norms Regular" panose="02000503030000020003" pitchFamily="2" charset="-52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8705852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48939" tIns="24469" rIns="48939" bIns="24469"/>
          <a:lstStyle/>
          <a:p>
            <a:endParaRPr lang="en-US">
              <a:latin typeface="TT Norms Regular" panose="02000503030000020003" pitchFamily="2" charset="-52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 lIns="48939" tIns="24469" rIns="48939" bIns="24469"/>
          <a:lstStyle/>
          <a:p>
            <a:fld id="{F7021451-1387-4CA6-816F-3879F97B5CBC}" type="slidenum">
              <a:rPr lang="en-US">
                <a:latin typeface="TT Norms Regular" panose="02000503030000020003" pitchFamily="2" charset="-52"/>
              </a:rPr>
              <a:t>12</a:t>
            </a:fld>
            <a:endParaRPr lang="en-US">
              <a:latin typeface="TT Norms Regular" panose="02000503030000020003" pitchFamily="2" charset="-52"/>
            </a:endParaRPr>
          </a:p>
        </p:txBody>
      </p:sp>
    </p:spTree>
    <p:extLst>
      <p:ext uri="{BB962C8B-B14F-4D97-AF65-F5344CB8AC3E}">
        <p14:creationId xmlns:p14="http://schemas.microsoft.com/office/powerpoint/2010/main" val="109976792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79972" y="1237197"/>
            <a:ext cx="10079831" cy="2631887"/>
          </a:xfrm>
        </p:spPr>
        <p:txBody>
          <a:bodyPr anchor="b"/>
          <a:lstStyle>
            <a:lvl1pPr algn="ctr">
              <a:defRPr sz="6614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79972" y="3970580"/>
            <a:ext cx="10079831" cy="1825171"/>
          </a:xfrm>
        </p:spPr>
        <p:txBody>
          <a:bodyPr/>
          <a:lstStyle>
            <a:lvl1pPr marL="0" indent="0" algn="ctr">
              <a:buNone/>
              <a:defRPr sz="2646"/>
            </a:lvl1pPr>
            <a:lvl2pPr marL="503972" indent="0" algn="ctr">
              <a:buNone/>
              <a:defRPr sz="2205"/>
            </a:lvl2pPr>
            <a:lvl3pPr marL="1007943" indent="0" algn="ctr">
              <a:buNone/>
              <a:defRPr sz="1984"/>
            </a:lvl3pPr>
            <a:lvl4pPr marL="1511915" indent="0" algn="ctr">
              <a:buNone/>
              <a:defRPr sz="1764"/>
            </a:lvl4pPr>
            <a:lvl5pPr marL="2015886" indent="0" algn="ctr">
              <a:buNone/>
              <a:defRPr sz="1764"/>
            </a:lvl5pPr>
            <a:lvl6pPr marL="2519858" indent="0" algn="ctr">
              <a:buNone/>
              <a:defRPr sz="1764"/>
            </a:lvl6pPr>
            <a:lvl7pPr marL="3023829" indent="0" algn="ctr">
              <a:buNone/>
              <a:defRPr sz="1764"/>
            </a:lvl7pPr>
            <a:lvl8pPr marL="3527801" indent="0" algn="ctr">
              <a:buNone/>
              <a:defRPr sz="1764"/>
            </a:lvl8pPr>
            <a:lvl9pPr marL="4031772" indent="0" algn="ctr">
              <a:buNone/>
              <a:defRPr sz="1764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6/13/2024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7806204"/>
      </p:ext>
    </p:extLst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6/13/2024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3896448"/>
      </p:ext>
    </p:extLst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6985" y="1884670"/>
            <a:ext cx="11591806" cy="3144614"/>
          </a:xfrm>
        </p:spPr>
        <p:txBody>
          <a:bodyPr anchor="b"/>
          <a:lstStyle>
            <a:lvl1pPr>
              <a:defRPr sz="6614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6985" y="5059034"/>
            <a:ext cx="11591806" cy="1653678"/>
          </a:xfrm>
        </p:spPr>
        <p:txBody>
          <a:bodyPr/>
          <a:lstStyle>
            <a:lvl1pPr marL="0" indent="0">
              <a:buNone/>
              <a:defRPr sz="2646">
                <a:solidFill>
                  <a:schemeClr val="tx1">
                    <a:tint val="75000"/>
                  </a:schemeClr>
                </a:solidFill>
              </a:defRPr>
            </a:lvl1pPr>
            <a:lvl2pPr marL="503972" indent="0">
              <a:buNone/>
              <a:defRPr sz="2205">
                <a:solidFill>
                  <a:schemeClr val="tx1">
                    <a:tint val="75000"/>
                  </a:schemeClr>
                </a:solidFill>
              </a:defRPr>
            </a:lvl2pPr>
            <a:lvl3pPr marL="1007943" indent="0">
              <a:buNone/>
              <a:defRPr sz="1984">
                <a:solidFill>
                  <a:schemeClr val="tx1">
                    <a:tint val="75000"/>
                  </a:schemeClr>
                </a:solidFill>
              </a:defRPr>
            </a:lvl3pPr>
            <a:lvl4pPr marL="1511915" indent="0">
              <a:buNone/>
              <a:defRPr sz="1764">
                <a:solidFill>
                  <a:schemeClr val="tx1">
                    <a:tint val="75000"/>
                  </a:schemeClr>
                </a:solidFill>
              </a:defRPr>
            </a:lvl4pPr>
            <a:lvl5pPr marL="2015886" indent="0">
              <a:buNone/>
              <a:defRPr sz="1764">
                <a:solidFill>
                  <a:schemeClr val="tx1">
                    <a:tint val="75000"/>
                  </a:schemeClr>
                </a:solidFill>
              </a:defRPr>
            </a:lvl5pPr>
            <a:lvl6pPr marL="2519858" indent="0">
              <a:buNone/>
              <a:defRPr sz="1764">
                <a:solidFill>
                  <a:schemeClr val="tx1">
                    <a:tint val="75000"/>
                  </a:schemeClr>
                </a:solidFill>
              </a:defRPr>
            </a:lvl6pPr>
            <a:lvl7pPr marL="3023829" indent="0">
              <a:buNone/>
              <a:defRPr sz="1764">
                <a:solidFill>
                  <a:schemeClr val="tx1">
                    <a:tint val="75000"/>
                  </a:schemeClr>
                </a:solidFill>
              </a:defRPr>
            </a:lvl7pPr>
            <a:lvl8pPr marL="3527801" indent="0">
              <a:buNone/>
              <a:defRPr sz="1764">
                <a:solidFill>
                  <a:schemeClr val="tx1">
                    <a:tint val="75000"/>
                  </a:schemeClr>
                </a:solidFill>
              </a:defRPr>
            </a:lvl8pPr>
            <a:lvl9pPr marL="4031772" indent="0">
              <a:buNone/>
              <a:defRPr sz="1764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6/13/2024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09769711"/>
      </p:ext>
    </p:extLst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23985" y="2012414"/>
            <a:ext cx="5711904" cy="4796544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03886" y="2012414"/>
            <a:ext cx="5711904" cy="4796544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6/13/2024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27865788"/>
      </p:ext>
    </p:extLst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25735" y="402483"/>
            <a:ext cx="11591806" cy="1461188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25736" y="1853171"/>
            <a:ext cx="5685654" cy="908210"/>
          </a:xfrm>
        </p:spPr>
        <p:txBody>
          <a:bodyPr anchor="b"/>
          <a:lstStyle>
            <a:lvl1pPr marL="0" indent="0">
              <a:buNone/>
              <a:defRPr sz="2646" b="1"/>
            </a:lvl1pPr>
            <a:lvl2pPr marL="503972" indent="0">
              <a:buNone/>
              <a:defRPr sz="2205" b="1"/>
            </a:lvl2pPr>
            <a:lvl3pPr marL="1007943" indent="0">
              <a:buNone/>
              <a:defRPr sz="1984" b="1"/>
            </a:lvl3pPr>
            <a:lvl4pPr marL="1511915" indent="0">
              <a:buNone/>
              <a:defRPr sz="1764" b="1"/>
            </a:lvl4pPr>
            <a:lvl5pPr marL="2015886" indent="0">
              <a:buNone/>
              <a:defRPr sz="1764" b="1"/>
            </a:lvl5pPr>
            <a:lvl6pPr marL="2519858" indent="0">
              <a:buNone/>
              <a:defRPr sz="1764" b="1"/>
            </a:lvl6pPr>
            <a:lvl7pPr marL="3023829" indent="0">
              <a:buNone/>
              <a:defRPr sz="1764" b="1"/>
            </a:lvl7pPr>
            <a:lvl8pPr marL="3527801" indent="0">
              <a:buNone/>
              <a:defRPr sz="1764" b="1"/>
            </a:lvl8pPr>
            <a:lvl9pPr marL="4031772" indent="0">
              <a:buNone/>
              <a:defRPr sz="1764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25736" y="2761381"/>
            <a:ext cx="5685654" cy="406157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803886" y="1853171"/>
            <a:ext cx="5713655" cy="908210"/>
          </a:xfrm>
        </p:spPr>
        <p:txBody>
          <a:bodyPr anchor="b"/>
          <a:lstStyle>
            <a:lvl1pPr marL="0" indent="0">
              <a:buNone/>
              <a:defRPr sz="2646" b="1"/>
            </a:lvl1pPr>
            <a:lvl2pPr marL="503972" indent="0">
              <a:buNone/>
              <a:defRPr sz="2205" b="1"/>
            </a:lvl2pPr>
            <a:lvl3pPr marL="1007943" indent="0">
              <a:buNone/>
              <a:defRPr sz="1984" b="1"/>
            </a:lvl3pPr>
            <a:lvl4pPr marL="1511915" indent="0">
              <a:buNone/>
              <a:defRPr sz="1764" b="1"/>
            </a:lvl4pPr>
            <a:lvl5pPr marL="2015886" indent="0">
              <a:buNone/>
              <a:defRPr sz="1764" b="1"/>
            </a:lvl5pPr>
            <a:lvl6pPr marL="2519858" indent="0">
              <a:buNone/>
              <a:defRPr sz="1764" b="1"/>
            </a:lvl6pPr>
            <a:lvl7pPr marL="3023829" indent="0">
              <a:buNone/>
              <a:defRPr sz="1764" b="1"/>
            </a:lvl7pPr>
            <a:lvl8pPr marL="3527801" indent="0">
              <a:buNone/>
              <a:defRPr sz="1764" b="1"/>
            </a:lvl8pPr>
            <a:lvl9pPr marL="4031772" indent="0">
              <a:buNone/>
              <a:defRPr sz="1764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803886" y="2761381"/>
            <a:ext cx="5713655" cy="406157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6/13/2024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5211685"/>
      </p:ext>
    </p:extLst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6/13/2024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01415488"/>
      </p:ext>
    </p:extLst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6/13/2024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95857528"/>
      </p:ext>
    </p:extLst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25736" y="503978"/>
            <a:ext cx="4334677" cy="1763924"/>
          </a:xfrm>
        </p:spPr>
        <p:txBody>
          <a:bodyPr anchor="b"/>
          <a:lstStyle>
            <a:lvl1pPr>
              <a:defRPr sz="3527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3655" y="1088454"/>
            <a:ext cx="6803886" cy="5372269"/>
          </a:xfrm>
        </p:spPr>
        <p:txBody>
          <a:bodyPr/>
          <a:lstStyle>
            <a:lvl1pPr>
              <a:defRPr sz="3527"/>
            </a:lvl1pPr>
            <a:lvl2pPr>
              <a:defRPr sz="3086"/>
            </a:lvl2pPr>
            <a:lvl3pPr>
              <a:defRPr sz="2646"/>
            </a:lvl3pPr>
            <a:lvl4pPr>
              <a:defRPr sz="2205"/>
            </a:lvl4pPr>
            <a:lvl5pPr>
              <a:defRPr sz="2205"/>
            </a:lvl5pPr>
            <a:lvl6pPr>
              <a:defRPr sz="2205"/>
            </a:lvl6pPr>
            <a:lvl7pPr>
              <a:defRPr sz="2205"/>
            </a:lvl7pPr>
            <a:lvl8pPr>
              <a:defRPr sz="2205"/>
            </a:lvl8pPr>
            <a:lvl9pPr>
              <a:defRPr sz="2205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25736" y="2267902"/>
            <a:ext cx="4334677" cy="4201570"/>
          </a:xfrm>
        </p:spPr>
        <p:txBody>
          <a:bodyPr/>
          <a:lstStyle>
            <a:lvl1pPr marL="0" indent="0">
              <a:buNone/>
              <a:defRPr sz="1764"/>
            </a:lvl1pPr>
            <a:lvl2pPr marL="503972" indent="0">
              <a:buNone/>
              <a:defRPr sz="1543"/>
            </a:lvl2pPr>
            <a:lvl3pPr marL="1007943" indent="0">
              <a:buNone/>
              <a:defRPr sz="1323"/>
            </a:lvl3pPr>
            <a:lvl4pPr marL="1511915" indent="0">
              <a:buNone/>
              <a:defRPr sz="1102"/>
            </a:lvl4pPr>
            <a:lvl5pPr marL="2015886" indent="0">
              <a:buNone/>
              <a:defRPr sz="1102"/>
            </a:lvl5pPr>
            <a:lvl6pPr marL="2519858" indent="0">
              <a:buNone/>
              <a:defRPr sz="1102"/>
            </a:lvl6pPr>
            <a:lvl7pPr marL="3023829" indent="0">
              <a:buNone/>
              <a:defRPr sz="1102"/>
            </a:lvl7pPr>
            <a:lvl8pPr marL="3527801" indent="0">
              <a:buNone/>
              <a:defRPr sz="1102"/>
            </a:lvl8pPr>
            <a:lvl9pPr marL="4031772" indent="0">
              <a:buNone/>
              <a:defRPr sz="1102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6/13/2024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48276250"/>
      </p:ext>
    </p:extLst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25736" y="503978"/>
            <a:ext cx="4334677" cy="1763924"/>
          </a:xfrm>
        </p:spPr>
        <p:txBody>
          <a:bodyPr anchor="b"/>
          <a:lstStyle>
            <a:lvl1pPr>
              <a:defRPr sz="3527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713655" y="1088454"/>
            <a:ext cx="6803886" cy="5372269"/>
          </a:xfrm>
        </p:spPr>
        <p:txBody>
          <a:bodyPr anchor="t"/>
          <a:lstStyle>
            <a:lvl1pPr marL="0" indent="0">
              <a:buNone/>
              <a:defRPr sz="3527"/>
            </a:lvl1pPr>
            <a:lvl2pPr marL="503972" indent="0">
              <a:buNone/>
              <a:defRPr sz="3086"/>
            </a:lvl2pPr>
            <a:lvl3pPr marL="1007943" indent="0">
              <a:buNone/>
              <a:defRPr sz="2646"/>
            </a:lvl3pPr>
            <a:lvl4pPr marL="1511915" indent="0">
              <a:buNone/>
              <a:defRPr sz="2205"/>
            </a:lvl4pPr>
            <a:lvl5pPr marL="2015886" indent="0">
              <a:buNone/>
              <a:defRPr sz="2205"/>
            </a:lvl5pPr>
            <a:lvl6pPr marL="2519858" indent="0">
              <a:buNone/>
              <a:defRPr sz="2205"/>
            </a:lvl6pPr>
            <a:lvl7pPr marL="3023829" indent="0">
              <a:buNone/>
              <a:defRPr sz="2205"/>
            </a:lvl7pPr>
            <a:lvl8pPr marL="3527801" indent="0">
              <a:buNone/>
              <a:defRPr sz="2205"/>
            </a:lvl8pPr>
            <a:lvl9pPr marL="4031772" indent="0">
              <a:buNone/>
              <a:defRPr sz="2205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25736" y="2267902"/>
            <a:ext cx="4334677" cy="4201570"/>
          </a:xfrm>
        </p:spPr>
        <p:txBody>
          <a:bodyPr/>
          <a:lstStyle>
            <a:lvl1pPr marL="0" indent="0">
              <a:buNone/>
              <a:defRPr sz="1764"/>
            </a:lvl1pPr>
            <a:lvl2pPr marL="503972" indent="0">
              <a:buNone/>
              <a:defRPr sz="1543"/>
            </a:lvl2pPr>
            <a:lvl3pPr marL="1007943" indent="0">
              <a:buNone/>
              <a:defRPr sz="1323"/>
            </a:lvl3pPr>
            <a:lvl4pPr marL="1511915" indent="0">
              <a:buNone/>
              <a:defRPr sz="1102"/>
            </a:lvl4pPr>
            <a:lvl5pPr marL="2015886" indent="0">
              <a:buNone/>
              <a:defRPr sz="1102"/>
            </a:lvl5pPr>
            <a:lvl6pPr marL="2519858" indent="0">
              <a:buNone/>
              <a:defRPr sz="1102"/>
            </a:lvl6pPr>
            <a:lvl7pPr marL="3023829" indent="0">
              <a:buNone/>
              <a:defRPr sz="1102"/>
            </a:lvl7pPr>
            <a:lvl8pPr marL="3527801" indent="0">
              <a:buNone/>
              <a:defRPr sz="1102"/>
            </a:lvl8pPr>
            <a:lvl9pPr marL="4031772" indent="0">
              <a:buNone/>
              <a:defRPr sz="1102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6/13/2024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39625334"/>
      </p:ext>
    </p:extLst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6/13/2024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96031131"/>
      </p:ext>
    </p:extLst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617839" y="402483"/>
            <a:ext cx="2897951" cy="6406475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23985" y="402483"/>
            <a:ext cx="8525857" cy="6406475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6/13/2024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95025572"/>
      </p:ext>
    </p:extLst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Титульный слайд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Прямая соединительная линия 1"/>
          <p:cNvCxnSpPr/>
          <p:nvPr userDrawn="1"/>
        </p:nvCxnSpPr>
        <p:spPr>
          <a:xfrm flipH="1">
            <a:off x="-1673905" y="6357905"/>
            <a:ext cx="1595790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 userDrawn="1"/>
        </p:nvSpPr>
        <p:spPr>
          <a:xfrm>
            <a:off x="2517765" y="-491224"/>
            <a:ext cx="3284045" cy="2663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ru-RU" sz="1131" dirty="0">
                <a:latin typeface="Arial" panose="020B0604020202020204" pitchFamily="34" charset="0"/>
                <a:cs typeface="Arial" panose="020B0604020202020204" pitchFamily="34" charset="0"/>
              </a:rPr>
              <a:t>ШАБЛОН ЗАГОЛОВОЧНОГО СЛАЙДА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-1281524" y="-488377"/>
            <a:ext cx="2027846" cy="2663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ru-RU" sz="1131" dirty="0">
                <a:latin typeface="Arial" panose="020B0604020202020204" pitchFamily="34" charset="0"/>
                <a:cs typeface="Arial" panose="020B0604020202020204" pitchFamily="34" charset="0"/>
              </a:rPr>
              <a:t>Пустое поле </a:t>
            </a:r>
          </a:p>
        </p:txBody>
      </p:sp>
      <p:cxnSp>
        <p:nvCxnSpPr>
          <p:cNvPr id="11" name="Прямая со стрелкой 10"/>
          <p:cNvCxnSpPr/>
          <p:nvPr userDrawn="1"/>
        </p:nvCxnSpPr>
        <p:spPr>
          <a:xfrm>
            <a:off x="-643126" y="-251203"/>
            <a:ext cx="1389447" cy="0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Прямая соединительная линия 12"/>
          <p:cNvCxnSpPr/>
          <p:nvPr userDrawn="1"/>
        </p:nvCxnSpPr>
        <p:spPr>
          <a:xfrm>
            <a:off x="746322" y="-816429"/>
            <a:ext cx="0" cy="816429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Прямая соединительная линия 13"/>
          <p:cNvCxnSpPr/>
          <p:nvPr userDrawn="1"/>
        </p:nvCxnSpPr>
        <p:spPr>
          <a:xfrm flipH="1">
            <a:off x="751453" y="-442211"/>
            <a:ext cx="1138571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 userDrawn="1"/>
        </p:nvSpPr>
        <p:spPr>
          <a:xfrm>
            <a:off x="1022206" y="-626877"/>
            <a:ext cx="2027846" cy="4403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ru-RU" sz="1131" dirty="0">
                <a:latin typeface="Arial" panose="020B0604020202020204" pitchFamily="34" charset="0"/>
                <a:cs typeface="Arial" panose="020B0604020202020204" pitchFamily="34" charset="0"/>
              </a:rPr>
              <a:t>линия выравнивания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206334638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470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-СТРОЧНЫЙ ЗАГОЛОВОК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Заголовок 1">
            <a:extLst>
              <a:ext uri="{FF2B5EF4-FFF2-40B4-BE49-F238E27FC236}">
                <a16:creationId xmlns:a16="http://schemas.microsoft.com/office/drawing/2014/main" id="{1D68A00E-77E9-4E17-AB6D-30B5DE412B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4869" y="290289"/>
            <a:ext cx="9574963" cy="539189"/>
          </a:xfrm>
          <a:prstGeom prst="rect">
            <a:avLst/>
          </a:prstGeom>
        </p:spPr>
        <p:txBody>
          <a:bodyPr lIns="0" tIns="0" rIns="0" bIns="0"/>
          <a:lstStyle>
            <a:lvl1pPr algn="l">
              <a:lnSpc>
                <a:spcPct val="68000"/>
              </a:lnSpc>
              <a:defRPr lang="ru-RU" sz="7542" b="0" i="0" kern="0" spc="-220" dirty="0">
                <a:solidFill>
                  <a:srgbClr val="000000"/>
                </a:solidFill>
                <a:latin typeface="TT Norms Regular" pitchFamily="34" charset="0"/>
                <a:ea typeface="TT Norms Regular" pitchFamily="34" charset="-122"/>
                <a:cs typeface="TT Norms Regular" pitchFamily="34" charset="-120"/>
              </a:defRPr>
            </a:lvl1pPr>
          </a:lstStyle>
          <a:p>
            <a:endParaRPr lang="ru-RU" dirty="0"/>
          </a:p>
        </p:txBody>
      </p:sp>
      <p:sp>
        <p:nvSpPr>
          <p:cNvPr id="10" name="Номер слайда 5">
            <a:extLst>
              <a:ext uri="{FF2B5EF4-FFF2-40B4-BE49-F238E27FC236}">
                <a16:creationId xmlns:a16="http://schemas.microsoft.com/office/drawing/2014/main" id="{4C31DF66-FD31-40D2-86E3-859CBFE06B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2611383" y="7219479"/>
            <a:ext cx="313974" cy="128845"/>
          </a:xfrm>
          <a:prstGeom prst="rect">
            <a:avLst/>
          </a:prstGeom>
        </p:spPr>
        <p:txBody>
          <a:bodyPr lIns="0" tIns="0" rIns="0" bIns="0" anchor="ctr"/>
          <a:lstStyle>
            <a:lvl1pPr algn="r">
              <a:defRPr lang="ru-RU" sz="880" b="0" i="0" kern="0" spc="-55" smtClean="0">
                <a:solidFill>
                  <a:srgbClr val="757575"/>
                </a:solidFill>
                <a:latin typeface="+mn-lt"/>
                <a:ea typeface="TT Norms Regular" pitchFamily="34" charset="-122"/>
                <a:cs typeface="TT Norms Regular" pitchFamily="34" charset="-120"/>
              </a:defRPr>
            </a:lvl1pPr>
          </a:lstStyle>
          <a:p>
            <a:fld id="{77D613D0-6E26-43FB-BD47-70B2F75E669A}" type="slidenum">
              <a:rPr lang="ru-RU" smtClean="0"/>
              <a:pPr/>
              <a:t>‹#›</a:t>
            </a:fld>
            <a:endParaRPr lang="ru-RU"/>
          </a:p>
        </p:txBody>
      </p:sp>
      <p:cxnSp>
        <p:nvCxnSpPr>
          <p:cNvPr id="4" name="Прямая соединительная линия 3"/>
          <p:cNvCxnSpPr/>
          <p:nvPr userDrawn="1"/>
        </p:nvCxnSpPr>
        <p:spPr>
          <a:xfrm flipV="1">
            <a:off x="518833" y="-621102"/>
            <a:ext cx="0" cy="543469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Прямая соединительная линия 5"/>
          <p:cNvCxnSpPr/>
          <p:nvPr userDrawn="1"/>
        </p:nvCxnSpPr>
        <p:spPr>
          <a:xfrm flipH="1">
            <a:off x="-1257850" y="755762"/>
            <a:ext cx="1138571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head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Прямая соединительная линия 10"/>
          <p:cNvCxnSpPr/>
          <p:nvPr userDrawn="1"/>
        </p:nvCxnSpPr>
        <p:spPr>
          <a:xfrm flipH="1">
            <a:off x="-1257850" y="1366838"/>
            <a:ext cx="1138571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head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Прямая соединительная линия 12"/>
          <p:cNvCxnSpPr/>
          <p:nvPr userDrawn="1"/>
        </p:nvCxnSpPr>
        <p:spPr>
          <a:xfrm flipV="1">
            <a:off x="-16115" y="-621102"/>
            <a:ext cx="0" cy="543469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Прямая со стрелкой 13"/>
          <p:cNvCxnSpPr/>
          <p:nvPr userDrawn="1"/>
        </p:nvCxnSpPr>
        <p:spPr>
          <a:xfrm>
            <a:off x="-16115" y="-327804"/>
            <a:ext cx="534948" cy="0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 userDrawn="1"/>
        </p:nvSpPr>
        <p:spPr>
          <a:xfrm>
            <a:off x="-119279" y="-903323"/>
            <a:ext cx="908865" cy="6143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131" dirty="0">
                <a:latin typeface="Arial" panose="020B0604020202020204" pitchFamily="34" charset="0"/>
                <a:cs typeface="Arial" panose="020B0604020202020204" pitchFamily="34" charset="0"/>
              </a:rPr>
              <a:t>Левое поле (пустое)</a:t>
            </a:r>
          </a:p>
        </p:txBody>
      </p:sp>
      <p:cxnSp>
        <p:nvCxnSpPr>
          <p:cNvPr id="16" name="Прямая соединительная линия 15"/>
          <p:cNvCxnSpPr/>
          <p:nvPr userDrawn="1"/>
        </p:nvCxnSpPr>
        <p:spPr>
          <a:xfrm flipV="1">
            <a:off x="13432082" y="-621102"/>
            <a:ext cx="0" cy="543469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Прямая соединительная линия 16"/>
          <p:cNvCxnSpPr/>
          <p:nvPr userDrawn="1"/>
        </p:nvCxnSpPr>
        <p:spPr>
          <a:xfrm flipV="1">
            <a:off x="12916356" y="-621102"/>
            <a:ext cx="0" cy="543469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Прямая со стрелкой 17"/>
          <p:cNvCxnSpPr/>
          <p:nvPr userDrawn="1"/>
        </p:nvCxnSpPr>
        <p:spPr>
          <a:xfrm>
            <a:off x="12897134" y="-327804"/>
            <a:ext cx="534948" cy="0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 userDrawn="1"/>
        </p:nvSpPr>
        <p:spPr>
          <a:xfrm>
            <a:off x="12793969" y="-903323"/>
            <a:ext cx="908865" cy="6143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131" dirty="0">
                <a:latin typeface="Arial" panose="020B0604020202020204" pitchFamily="34" charset="0"/>
                <a:cs typeface="Arial" panose="020B0604020202020204" pitchFamily="34" charset="0"/>
              </a:rPr>
              <a:t>Правое поле (пустое)</a:t>
            </a:r>
          </a:p>
        </p:txBody>
      </p:sp>
      <p:cxnSp>
        <p:nvCxnSpPr>
          <p:cNvPr id="20" name="Прямая соединительная линия 19"/>
          <p:cNvCxnSpPr/>
          <p:nvPr userDrawn="1"/>
        </p:nvCxnSpPr>
        <p:spPr>
          <a:xfrm flipH="1">
            <a:off x="518834" y="-327804"/>
            <a:ext cx="1138571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Прямая соединительная линия 20"/>
          <p:cNvCxnSpPr/>
          <p:nvPr userDrawn="1"/>
        </p:nvCxnSpPr>
        <p:spPr>
          <a:xfrm flipH="1">
            <a:off x="-1257850" y="1366838"/>
            <a:ext cx="1138571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head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 userDrawn="1"/>
        </p:nvSpPr>
        <p:spPr>
          <a:xfrm>
            <a:off x="-2147126" y="338091"/>
            <a:ext cx="2027846" cy="4403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ru-RU" sz="1131" dirty="0">
                <a:latin typeface="Arial" panose="020B0604020202020204" pitchFamily="34" charset="0"/>
                <a:cs typeface="Arial" panose="020B0604020202020204" pitchFamily="34" charset="0"/>
              </a:rPr>
              <a:t>Базовая линия </a:t>
            </a:r>
            <a:br>
              <a:rPr lang="ru-RU" sz="1131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ru-RU" sz="1131" dirty="0">
                <a:latin typeface="Arial" panose="020B0604020202020204" pitchFamily="34" charset="0"/>
                <a:cs typeface="Arial" panose="020B0604020202020204" pitchFamily="34" charset="0"/>
              </a:rPr>
              <a:t>первой строки заголовка</a:t>
            </a:r>
          </a:p>
        </p:txBody>
      </p:sp>
      <p:sp>
        <p:nvSpPr>
          <p:cNvPr id="23" name="TextBox 22"/>
          <p:cNvSpPr txBox="1"/>
          <p:nvPr userDrawn="1"/>
        </p:nvSpPr>
        <p:spPr>
          <a:xfrm>
            <a:off x="-2147125" y="988770"/>
            <a:ext cx="2027846" cy="4403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ru-RU" sz="1131" dirty="0">
                <a:latin typeface="Arial" panose="020B0604020202020204" pitchFamily="34" charset="0"/>
                <a:cs typeface="Arial" panose="020B0604020202020204" pitchFamily="34" charset="0"/>
              </a:rPr>
              <a:t>Базовая линия </a:t>
            </a:r>
            <a:br>
              <a:rPr lang="ru-RU" sz="1131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ru-RU" sz="1131" dirty="0">
                <a:latin typeface="Arial" panose="020B0604020202020204" pitchFamily="34" charset="0"/>
                <a:cs typeface="Arial" panose="020B0604020202020204" pitchFamily="34" charset="0"/>
              </a:rPr>
              <a:t>второй строки заголовка</a:t>
            </a:r>
          </a:p>
        </p:txBody>
      </p:sp>
      <p:sp>
        <p:nvSpPr>
          <p:cNvPr id="24" name="TextBox 23"/>
          <p:cNvSpPr txBox="1"/>
          <p:nvPr userDrawn="1"/>
        </p:nvSpPr>
        <p:spPr>
          <a:xfrm>
            <a:off x="875743" y="-375808"/>
            <a:ext cx="3284045" cy="2663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ru-RU" sz="1131" dirty="0">
                <a:latin typeface="Arial" panose="020B0604020202020204" pitchFamily="34" charset="0"/>
                <a:cs typeface="Arial" panose="020B0604020202020204" pitchFamily="34" charset="0"/>
              </a:rPr>
              <a:t>ШАБЛОН СЛАЙДА 1</a:t>
            </a:r>
          </a:p>
        </p:txBody>
      </p:sp>
      <p:sp>
        <p:nvSpPr>
          <p:cNvPr id="25" name="TextBox 24"/>
          <p:cNvSpPr txBox="1"/>
          <p:nvPr userDrawn="1"/>
        </p:nvSpPr>
        <p:spPr>
          <a:xfrm>
            <a:off x="789586" y="-512470"/>
            <a:ext cx="2027846" cy="4403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ru-RU" sz="1131" dirty="0">
                <a:latin typeface="Arial" panose="020B0604020202020204" pitchFamily="34" charset="0"/>
                <a:cs typeface="Arial" panose="020B0604020202020204" pitchFamily="34" charset="0"/>
              </a:rPr>
              <a:t>линия выравнивания заголовка</a:t>
            </a:r>
          </a:p>
        </p:txBody>
      </p:sp>
      <p:pic>
        <p:nvPicPr>
          <p:cNvPr id="26" name="Рисунок 25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" r="89613" b="8195"/>
          <a:stretch/>
        </p:blipFill>
        <p:spPr>
          <a:xfrm>
            <a:off x="12636982" y="338091"/>
            <a:ext cx="313974" cy="2885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898762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76">
          <p15:clr>
            <a:srgbClr val="FBAE40"/>
          </p15:clr>
        </p15:guide>
        <p15:guide id="2" pos="8139">
          <p15:clr>
            <a:srgbClr val="FBAE40"/>
          </p15:clr>
        </p15:guide>
        <p15:guide id="3" pos="327">
          <p15:clr>
            <a:srgbClr val="FBAE40"/>
          </p15:clr>
        </p15:guide>
        <p15:guide id="4" orient="horz" pos="86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23985" y="402483"/>
            <a:ext cx="11591806" cy="146118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23985" y="2012414"/>
            <a:ext cx="11591806" cy="479654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23985" y="7006699"/>
            <a:ext cx="3023949" cy="4024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2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dirty="0"/>
              <a:t>6/13/2024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451926" y="7006699"/>
            <a:ext cx="4535924" cy="4024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32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491841" y="7006699"/>
            <a:ext cx="3023949" cy="4024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32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7" name="Прямая соединительная линия 6"/>
          <p:cNvCxnSpPr/>
          <p:nvPr userDrawn="1"/>
        </p:nvCxnSpPr>
        <p:spPr>
          <a:xfrm flipH="1">
            <a:off x="-1257850" y="755762"/>
            <a:ext cx="1138571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Прямая соединительная линия 7"/>
          <p:cNvCxnSpPr/>
          <p:nvPr userDrawn="1"/>
        </p:nvCxnSpPr>
        <p:spPr>
          <a:xfrm flipH="1">
            <a:off x="-1257850" y="1366838"/>
            <a:ext cx="1138571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Прямая соединительная линия 8"/>
          <p:cNvCxnSpPr/>
          <p:nvPr userDrawn="1"/>
        </p:nvCxnSpPr>
        <p:spPr>
          <a:xfrm flipH="1">
            <a:off x="-1257850" y="755762"/>
            <a:ext cx="1138571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Прямая соединительная линия 9"/>
          <p:cNvCxnSpPr/>
          <p:nvPr userDrawn="1"/>
        </p:nvCxnSpPr>
        <p:spPr>
          <a:xfrm flipH="1">
            <a:off x="-1257850" y="1366838"/>
            <a:ext cx="1138571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086607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6" r:id="rId1"/>
    <p:sldLayoutId id="2147483697" r:id="rId2"/>
    <p:sldLayoutId id="2147483698" r:id="rId3"/>
    <p:sldLayoutId id="2147483699" r:id="rId4"/>
    <p:sldLayoutId id="2147483700" r:id="rId5"/>
    <p:sldLayoutId id="2147483701" r:id="rId6"/>
    <p:sldLayoutId id="2147483702" r:id="rId7"/>
    <p:sldLayoutId id="2147483703" r:id="rId8"/>
    <p:sldLayoutId id="2147483704" r:id="rId9"/>
    <p:sldLayoutId id="2147483705" r:id="rId10"/>
    <p:sldLayoutId id="2147483706" r:id="rId11"/>
    <p:sldLayoutId id="2147483707" r:id="rId12"/>
    <p:sldLayoutId id="2147483708" r:id="rId13"/>
  </p:sldLayoutIdLst>
  <p:hf hdr="0" ftr="0" dt="0"/>
  <p:txStyles>
    <p:titleStyle>
      <a:lvl1pPr algn="l" defTabSz="1007943" rtl="0" eaLnBrk="1" latinLnBrk="0" hangingPunct="1">
        <a:lnSpc>
          <a:spcPct val="90000"/>
        </a:lnSpc>
        <a:spcBef>
          <a:spcPct val="0"/>
        </a:spcBef>
        <a:buNone/>
        <a:defRPr sz="485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51986" indent="-251986" algn="l" defTabSz="1007943" rtl="0" eaLnBrk="1" latinLnBrk="0" hangingPunct="1">
        <a:lnSpc>
          <a:spcPct val="90000"/>
        </a:lnSpc>
        <a:spcBef>
          <a:spcPts val="1102"/>
        </a:spcBef>
        <a:buFont typeface="Arial" panose="020B0604020202020204" pitchFamily="34" charset="0"/>
        <a:buChar char="•"/>
        <a:defRPr sz="3086" kern="1200">
          <a:solidFill>
            <a:schemeClr val="tx1"/>
          </a:solidFill>
          <a:latin typeface="+mn-lt"/>
          <a:ea typeface="+mn-ea"/>
          <a:cs typeface="+mn-cs"/>
        </a:defRPr>
      </a:lvl1pPr>
      <a:lvl2pPr marL="755957" indent="-251986" algn="l" defTabSz="1007943" rtl="0" eaLnBrk="1" latinLnBrk="0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2646" kern="1200">
          <a:solidFill>
            <a:schemeClr val="tx1"/>
          </a:solidFill>
          <a:latin typeface="+mn-lt"/>
          <a:ea typeface="+mn-ea"/>
          <a:cs typeface="+mn-cs"/>
        </a:defRPr>
      </a:lvl2pPr>
      <a:lvl3pPr marL="1259929" indent="-251986" algn="l" defTabSz="1007943" rtl="0" eaLnBrk="1" latinLnBrk="0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2205" kern="1200">
          <a:solidFill>
            <a:schemeClr val="tx1"/>
          </a:solidFill>
          <a:latin typeface="+mn-lt"/>
          <a:ea typeface="+mn-ea"/>
          <a:cs typeface="+mn-cs"/>
        </a:defRPr>
      </a:lvl3pPr>
      <a:lvl4pPr marL="1763900" indent="-251986" algn="l" defTabSz="1007943" rtl="0" eaLnBrk="1" latinLnBrk="0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1984" kern="1200">
          <a:solidFill>
            <a:schemeClr val="tx1"/>
          </a:solidFill>
          <a:latin typeface="+mn-lt"/>
          <a:ea typeface="+mn-ea"/>
          <a:cs typeface="+mn-cs"/>
        </a:defRPr>
      </a:lvl4pPr>
      <a:lvl5pPr marL="2267872" indent="-251986" algn="l" defTabSz="1007943" rtl="0" eaLnBrk="1" latinLnBrk="0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1984" kern="1200">
          <a:solidFill>
            <a:schemeClr val="tx1"/>
          </a:solidFill>
          <a:latin typeface="+mn-lt"/>
          <a:ea typeface="+mn-ea"/>
          <a:cs typeface="+mn-cs"/>
        </a:defRPr>
      </a:lvl5pPr>
      <a:lvl6pPr marL="2771844" indent="-251986" algn="l" defTabSz="1007943" rtl="0" eaLnBrk="1" latinLnBrk="0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1984" kern="1200">
          <a:solidFill>
            <a:schemeClr val="tx1"/>
          </a:solidFill>
          <a:latin typeface="+mn-lt"/>
          <a:ea typeface="+mn-ea"/>
          <a:cs typeface="+mn-cs"/>
        </a:defRPr>
      </a:lvl6pPr>
      <a:lvl7pPr marL="3275815" indent="-251986" algn="l" defTabSz="1007943" rtl="0" eaLnBrk="1" latinLnBrk="0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1984" kern="1200">
          <a:solidFill>
            <a:schemeClr val="tx1"/>
          </a:solidFill>
          <a:latin typeface="+mn-lt"/>
          <a:ea typeface="+mn-ea"/>
          <a:cs typeface="+mn-cs"/>
        </a:defRPr>
      </a:lvl7pPr>
      <a:lvl8pPr marL="3779787" indent="-251986" algn="l" defTabSz="1007943" rtl="0" eaLnBrk="1" latinLnBrk="0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1984" kern="1200">
          <a:solidFill>
            <a:schemeClr val="tx1"/>
          </a:solidFill>
          <a:latin typeface="+mn-lt"/>
          <a:ea typeface="+mn-ea"/>
          <a:cs typeface="+mn-cs"/>
        </a:defRPr>
      </a:lvl8pPr>
      <a:lvl9pPr marL="4283758" indent="-251986" algn="l" defTabSz="1007943" rtl="0" eaLnBrk="1" latinLnBrk="0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1984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07943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1pPr>
      <a:lvl2pPr marL="503972" algn="l" defTabSz="1007943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2pPr>
      <a:lvl3pPr marL="1007943" algn="l" defTabSz="1007943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3pPr>
      <a:lvl4pPr marL="1511915" algn="l" defTabSz="1007943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4pPr>
      <a:lvl5pPr marL="2015886" algn="l" defTabSz="1007943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5pPr>
      <a:lvl6pPr marL="2519858" algn="l" defTabSz="1007943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6pPr>
      <a:lvl7pPr marL="3023829" algn="l" defTabSz="1007943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7pPr>
      <a:lvl8pPr marL="3527801" algn="l" defTabSz="1007943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8pPr>
      <a:lvl9pPr marL="4031772" algn="l" defTabSz="1007943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476" userDrawn="1">
          <p15:clr>
            <a:srgbClr val="F26B43"/>
          </p15:clr>
        </p15:guide>
        <p15:guide id="2" orient="horz" pos="861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3.sv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7.jpg"/><Relationship Id="rId4" Type="http://schemas.openxmlformats.org/officeDocument/2006/relationships/image" Target="../media/image6.jp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3.xml"/><Relationship Id="rId4" Type="http://schemas.openxmlformats.org/officeDocument/2006/relationships/chart" Target="../charts/char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.png"/><Relationship Id="rId4" Type="http://schemas.openxmlformats.org/officeDocument/2006/relationships/image" Target="../media/image3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5398" y="477896"/>
            <a:ext cx="3699279" cy="384659"/>
          </a:xfrm>
          <a:prstGeom prst="rect">
            <a:avLst/>
          </a:prstGeom>
        </p:spPr>
      </p:pic>
      <p:cxnSp>
        <p:nvCxnSpPr>
          <p:cNvPr id="12" name="Прямая соединительная линия 11">
            <a:extLst>
              <a:ext uri="{FF2B5EF4-FFF2-40B4-BE49-F238E27FC236}">
                <a16:creationId xmlns:a16="http://schemas.microsoft.com/office/drawing/2014/main" id="{2F1AF64E-8F75-42AA-8383-426D976824EB}"/>
              </a:ext>
            </a:extLst>
          </p:cNvPr>
          <p:cNvCxnSpPr>
            <a:cxnSpLocks/>
          </p:cNvCxnSpPr>
          <p:nvPr/>
        </p:nvCxnSpPr>
        <p:spPr>
          <a:xfrm>
            <a:off x="744193" y="6170068"/>
            <a:ext cx="12695582" cy="0"/>
          </a:xfrm>
          <a:prstGeom prst="line">
            <a:avLst/>
          </a:prstGeom>
          <a:ln w="28575">
            <a:solidFill>
              <a:srgbClr val="FF004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 0"/>
          <p:cNvSpPr/>
          <p:nvPr/>
        </p:nvSpPr>
        <p:spPr>
          <a:xfrm>
            <a:off x="634339" y="1710222"/>
            <a:ext cx="10948061" cy="44598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80000"/>
              </a:lnSpc>
            </a:pPr>
            <a:r>
              <a:rPr lang="ru-RU" sz="7000" kern="0" spc="-300" dirty="0">
                <a:latin typeface="Tahoma" panose="020B0604030504040204" pitchFamily="34" charset="0"/>
                <a:ea typeface="TT Norms Regular" pitchFamily="34" charset="-122"/>
                <a:cs typeface="Tahoma" panose="020B0604030504040204" pitchFamily="34" charset="0"/>
              </a:rPr>
              <a:t>Дипломный </a:t>
            </a:r>
          </a:p>
          <a:p>
            <a:pPr>
              <a:lnSpc>
                <a:spcPct val="80000"/>
              </a:lnSpc>
            </a:pPr>
            <a:r>
              <a:rPr lang="ru-RU" sz="7000" kern="0" spc="-300" dirty="0">
                <a:latin typeface="Tahoma" panose="020B0604030504040204" pitchFamily="34" charset="0"/>
                <a:ea typeface="TT Norms Regular" pitchFamily="34" charset="-122"/>
                <a:cs typeface="Tahoma" panose="020B0604030504040204" pitchFamily="34" charset="0"/>
              </a:rPr>
              <a:t>проект</a:t>
            </a:r>
          </a:p>
          <a:p>
            <a:pPr>
              <a:lnSpc>
                <a:spcPct val="80000"/>
              </a:lnSpc>
            </a:pPr>
            <a:r>
              <a:rPr lang="ru-RU" sz="5400" kern="0" spc="-300" dirty="0">
                <a:solidFill>
                  <a:srgbClr val="FF0040"/>
                </a:solidFill>
                <a:latin typeface="Tahoma" panose="020B0604030504040204" pitchFamily="34" charset="0"/>
                <a:ea typeface="TT Norms Regular" pitchFamily="34" charset="-122"/>
                <a:cs typeface="Tahoma" panose="020B0604030504040204" pitchFamily="34" charset="0"/>
              </a:rPr>
              <a:t>на тему</a:t>
            </a:r>
          </a:p>
          <a:p>
            <a:pPr>
              <a:lnSpc>
                <a:spcPct val="80000"/>
              </a:lnSpc>
            </a:pPr>
            <a:r>
              <a:rPr lang="ru-RU" sz="5400" kern="0" spc="-300" dirty="0">
                <a:solidFill>
                  <a:srgbClr val="FF0040"/>
                </a:solidFill>
                <a:latin typeface="Tahoma" panose="020B0604030504040204" pitchFamily="34" charset="0"/>
                <a:ea typeface="TT Norms Regular" pitchFamily="34" charset="-122"/>
                <a:cs typeface="Tahoma" panose="020B0604030504040204" pitchFamily="34" charset="0"/>
              </a:rPr>
              <a:t>«Автоматизация процесса подбора персонала на примере ООО Кранк»</a:t>
            </a:r>
          </a:p>
        </p:txBody>
      </p:sp>
      <p:sp>
        <p:nvSpPr>
          <p:cNvPr id="8" name="Text 1"/>
          <p:cNvSpPr/>
          <p:nvPr/>
        </p:nvSpPr>
        <p:spPr>
          <a:xfrm>
            <a:off x="1321787" y="6409236"/>
            <a:ext cx="6818913" cy="794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ru-RU" sz="25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Обучающийся: Плевако Михаил Павлович</a:t>
            </a:r>
          </a:p>
          <a:p>
            <a:r>
              <a:rPr lang="ru-RU" sz="25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Руководитель: Ребус Наталья Анатольевна</a:t>
            </a:r>
          </a:p>
        </p:txBody>
      </p:sp>
      <p:pic>
        <p:nvPicPr>
          <p:cNvPr id="10" name="Image 4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731494" y="6525258"/>
            <a:ext cx="363457" cy="363513"/>
          </a:xfrm>
          <a:prstGeom prst="rect">
            <a:avLst/>
          </a:prstGeom>
        </p:spPr>
      </p:pic>
      <p:sp>
        <p:nvSpPr>
          <p:cNvPr id="9" name="Freeform 5"/>
          <p:cNvSpPr>
            <a:spLocks/>
          </p:cNvSpPr>
          <p:nvPr/>
        </p:nvSpPr>
        <p:spPr bwMode="auto">
          <a:xfrm>
            <a:off x="10235821" y="0"/>
            <a:ext cx="3203954" cy="6170068"/>
          </a:xfrm>
          <a:custGeom>
            <a:avLst/>
            <a:gdLst>
              <a:gd name="T0" fmla="*/ 1549 w 1549"/>
              <a:gd name="T1" fmla="*/ 2031 h 3034"/>
              <a:gd name="T2" fmla="*/ 1049 w 1549"/>
              <a:gd name="T3" fmla="*/ 1517 h 3034"/>
              <a:gd name="T4" fmla="*/ 1549 w 1549"/>
              <a:gd name="T5" fmla="*/ 1003 h 3034"/>
              <a:gd name="T6" fmla="*/ 1549 w 1549"/>
              <a:gd name="T7" fmla="*/ 0 h 3034"/>
              <a:gd name="T8" fmla="*/ 0 w 1549"/>
              <a:gd name="T9" fmla="*/ 1517 h 3034"/>
              <a:gd name="T10" fmla="*/ 1549 w 1549"/>
              <a:gd name="T11" fmla="*/ 3034 h 3034"/>
              <a:gd name="T12" fmla="*/ 1549 w 1549"/>
              <a:gd name="T13" fmla="*/ 2031 h 303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549" h="3034">
                <a:moveTo>
                  <a:pt x="1549" y="2031"/>
                </a:moveTo>
                <a:lnTo>
                  <a:pt x="1049" y="1517"/>
                </a:lnTo>
                <a:lnTo>
                  <a:pt x="1549" y="1003"/>
                </a:lnTo>
                <a:lnTo>
                  <a:pt x="1549" y="0"/>
                </a:lnTo>
                <a:lnTo>
                  <a:pt x="0" y="1517"/>
                </a:lnTo>
                <a:lnTo>
                  <a:pt x="1549" y="3034"/>
                </a:lnTo>
                <a:lnTo>
                  <a:pt x="1549" y="2031"/>
                </a:lnTo>
                <a:close/>
              </a:path>
            </a:pathLst>
          </a:custGeom>
          <a:noFill/>
          <a:ln w="6350">
            <a:solidFill>
              <a:srgbClr val="FF0040"/>
            </a:solidFill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3" name="Прямоугольник 2"/>
          <p:cNvSpPr/>
          <p:nvPr/>
        </p:nvSpPr>
        <p:spPr>
          <a:xfrm>
            <a:off x="621947" y="1101722"/>
            <a:ext cx="839530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>
                <a:cs typeface="Gotham Pro Medium" panose="02000603030000020004" pitchFamily="50" charset="0"/>
              </a:rPr>
              <a:t>Специальность: 09.02.07 Информационные системы и программирование</a:t>
            </a:r>
          </a:p>
        </p:txBody>
      </p:sp>
    </p:spTree>
    <p:extLst>
      <p:ext uri="{BB962C8B-B14F-4D97-AF65-F5344CB8AC3E}">
        <p14:creationId xmlns:p14="http://schemas.microsoft.com/office/powerpoint/2010/main" val="42276115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Заголовок 8">
            <a:extLst>
              <a:ext uri="{FF2B5EF4-FFF2-40B4-BE49-F238E27FC236}">
                <a16:creationId xmlns:a16="http://schemas.microsoft.com/office/drawing/2014/main" id="{B5D41CCB-F4F9-4CAC-9A70-CF227E1DA6BE}"/>
              </a:ext>
            </a:extLst>
          </p:cNvPr>
          <p:cNvSpPr txBox="1">
            <a:spLocks/>
          </p:cNvSpPr>
          <p:nvPr/>
        </p:nvSpPr>
        <p:spPr>
          <a:xfrm>
            <a:off x="412749" y="278797"/>
            <a:ext cx="9617075" cy="1289343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l" defTabSz="1007943" rtl="0" eaLnBrk="1" latinLnBrk="0" hangingPunct="1">
              <a:lnSpc>
                <a:spcPct val="68000"/>
              </a:lnSpc>
              <a:spcBef>
                <a:spcPct val="0"/>
              </a:spcBef>
              <a:buNone/>
              <a:defRPr lang="ru-RU" sz="7542" b="0" i="0" kern="0" spc="-220" dirty="0">
                <a:solidFill>
                  <a:srgbClr val="000000"/>
                </a:solidFill>
                <a:latin typeface="TT Norms Regular" pitchFamily="34" charset="0"/>
                <a:ea typeface="TT Norms Regular" pitchFamily="34" charset="-122"/>
                <a:cs typeface="TT Norms Regular" pitchFamily="34" charset="-120"/>
              </a:defRPr>
            </a:lvl1pPr>
          </a:lstStyle>
          <a:p>
            <a:r>
              <a:rPr lang="ru-RU" sz="6000" dirty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Организационная</a:t>
            </a:r>
            <a:r>
              <a:rPr lang="ru-RU" sz="6000" dirty="0">
                <a:solidFill>
                  <a:srgbClr val="FF004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структура </a:t>
            </a:r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>
          <a:xfrm>
            <a:off x="12917099" y="7237363"/>
            <a:ext cx="313974" cy="128845"/>
          </a:xfrm>
        </p:spPr>
        <p:txBody>
          <a:bodyPr/>
          <a:lstStyle/>
          <a:p>
            <a:fld id="{77D613D0-6E26-43FB-BD47-70B2F75E669A}" type="slidenum">
              <a:rPr lang="ru-RU" smtClean="0"/>
              <a:pPr/>
              <a:t>2</a:t>
            </a:fld>
            <a:endParaRPr lang="ru-RU" dirty="0"/>
          </a:p>
        </p:txBody>
      </p:sp>
      <p:cxnSp>
        <p:nvCxnSpPr>
          <p:cNvPr id="4" name="Прямая соединительная линия 3">
            <a:extLst>
              <a:ext uri="{FF2B5EF4-FFF2-40B4-BE49-F238E27FC236}">
                <a16:creationId xmlns:a16="http://schemas.microsoft.com/office/drawing/2014/main" id="{4C22805C-7D63-43C8-BD51-F4ACB8BEAA31}"/>
              </a:ext>
            </a:extLst>
          </p:cNvPr>
          <p:cNvCxnSpPr>
            <a:cxnSpLocks/>
          </p:cNvCxnSpPr>
          <p:nvPr/>
        </p:nvCxnSpPr>
        <p:spPr>
          <a:xfrm flipH="1">
            <a:off x="9654209" y="1221066"/>
            <a:ext cx="3785566" cy="0"/>
          </a:xfrm>
          <a:prstGeom prst="line">
            <a:avLst/>
          </a:prstGeom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" name="Группа 4"/>
          <p:cNvGrpSpPr/>
          <p:nvPr/>
        </p:nvGrpSpPr>
        <p:grpSpPr>
          <a:xfrm>
            <a:off x="1564214" y="2249919"/>
            <a:ext cx="10311345" cy="4290027"/>
            <a:chOff x="541883" y="1948511"/>
            <a:chExt cx="3169505" cy="5292000"/>
          </a:xfrm>
        </p:grpSpPr>
        <p:sp>
          <p:nvSpPr>
            <p:cNvPr id="73" name="Прямоугольник: скругленные углы 1">
              <a:extLst>
                <a:ext uri="{FF2B5EF4-FFF2-40B4-BE49-F238E27FC236}">
                  <a16:creationId xmlns:a16="http://schemas.microsoft.com/office/drawing/2014/main" id="{50D66C87-B4D6-46F3-8EE2-399C5B96D2D0}"/>
                </a:ext>
              </a:extLst>
            </p:cNvPr>
            <p:cNvSpPr/>
            <p:nvPr/>
          </p:nvSpPr>
          <p:spPr>
            <a:xfrm>
              <a:off x="541883" y="1948511"/>
              <a:ext cx="3169505" cy="5292000"/>
            </a:xfrm>
            <a:prstGeom prst="roundRect">
              <a:avLst>
                <a:gd name="adj" fmla="val 4809"/>
              </a:avLst>
            </a:prstGeom>
            <a:noFill/>
            <a:ln w="12700">
              <a:solidFill>
                <a:srgbClr val="FF2D6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76" name="Google Shape;175;p22">
              <a:extLst>
                <a:ext uri="{FF2B5EF4-FFF2-40B4-BE49-F238E27FC236}">
                  <a16:creationId xmlns:a16="http://schemas.microsoft.com/office/drawing/2014/main" id="{6F16FADA-C71F-4B70-BA10-05482C4A60EF}"/>
                </a:ext>
              </a:extLst>
            </p:cNvPr>
            <p:cNvSpPr txBox="1"/>
            <p:nvPr/>
          </p:nvSpPr>
          <p:spPr>
            <a:xfrm>
              <a:off x="715665" y="6357813"/>
              <a:ext cx="2679718" cy="52115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r>
                <a:rPr lang="ru-RU" sz="16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Организационная структура предприятия </a:t>
              </a:r>
            </a:p>
          </p:txBody>
        </p:sp>
      </p:grp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22F7749D-06D3-FEE7-DBCD-1A2380DC3AC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28228" y="2309862"/>
            <a:ext cx="9983316" cy="322142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026333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" name="Рисунок 51">
            <a:extLst>
              <a:ext uri="{FF2B5EF4-FFF2-40B4-BE49-F238E27FC236}">
                <a16:creationId xmlns:a16="http://schemas.microsoft.com/office/drawing/2014/main" id="{0FE4FD52-A12D-405E-999C-50B94D86EC4D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85379"/>
          <a:stretch/>
        </p:blipFill>
        <p:spPr>
          <a:xfrm>
            <a:off x="11338505" y="1436930"/>
            <a:ext cx="2101270" cy="6122745"/>
          </a:xfrm>
          <a:prstGeom prst="rect">
            <a:avLst/>
          </a:prstGeom>
        </p:spPr>
      </p:pic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>
          <a:xfrm>
            <a:off x="12917099" y="7237363"/>
            <a:ext cx="313974" cy="128845"/>
          </a:xfrm>
        </p:spPr>
        <p:txBody>
          <a:bodyPr/>
          <a:lstStyle/>
          <a:p>
            <a:fld id="{77D613D0-6E26-43FB-BD47-70B2F75E669A}" type="slidenum">
              <a:rPr lang="ru-RU" smtClean="0"/>
              <a:pPr/>
              <a:t>3</a:t>
            </a:fld>
            <a:endParaRPr lang="ru-RU" dirty="0"/>
          </a:p>
        </p:txBody>
      </p:sp>
      <p:sp>
        <p:nvSpPr>
          <p:cNvPr id="39" name="Заголовок 8">
            <a:extLst>
              <a:ext uri="{FF2B5EF4-FFF2-40B4-BE49-F238E27FC236}">
                <a16:creationId xmlns:a16="http://schemas.microsoft.com/office/drawing/2014/main" id="{B5D41CCB-F4F9-4CAC-9A70-CF227E1DA6BE}"/>
              </a:ext>
            </a:extLst>
          </p:cNvPr>
          <p:cNvSpPr txBox="1">
            <a:spLocks/>
          </p:cNvSpPr>
          <p:nvPr/>
        </p:nvSpPr>
        <p:spPr>
          <a:xfrm>
            <a:off x="412750" y="278797"/>
            <a:ext cx="12636500" cy="1289343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l" defTabSz="1007943" rtl="0" eaLnBrk="1" latinLnBrk="0" hangingPunct="1">
              <a:lnSpc>
                <a:spcPct val="68000"/>
              </a:lnSpc>
              <a:spcBef>
                <a:spcPct val="0"/>
              </a:spcBef>
              <a:buNone/>
              <a:defRPr lang="ru-RU" sz="7542" b="0" i="0" kern="0" spc="-220" dirty="0">
                <a:solidFill>
                  <a:srgbClr val="000000"/>
                </a:solidFill>
                <a:latin typeface="TT Norms Regular" pitchFamily="34" charset="0"/>
                <a:ea typeface="TT Norms Regular" pitchFamily="34" charset="-122"/>
                <a:cs typeface="TT Norms Regular" pitchFamily="34" charset="-120"/>
              </a:defRPr>
            </a:lvl1pPr>
          </a:lstStyle>
          <a:p>
            <a:r>
              <a:rPr lang="ru-RU" sz="5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Программная и техническая </a:t>
            </a:r>
            <a:r>
              <a:rPr lang="ru-RU" sz="5400" dirty="0">
                <a:solidFill>
                  <a:srgbClr val="FF004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архитектуры</a:t>
            </a:r>
          </a:p>
        </p:txBody>
      </p:sp>
      <p:grpSp>
        <p:nvGrpSpPr>
          <p:cNvPr id="2" name="Группа 1">
            <a:extLst>
              <a:ext uri="{FF2B5EF4-FFF2-40B4-BE49-F238E27FC236}">
                <a16:creationId xmlns:a16="http://schemas.microsoft.com/office/drawing/2014/main" id="{AF99AB17-2CE8-2CCC-C6B3-1056CCF41FAE}"/>
              </a:ext>
            </a:extLst>
          </p:cNvPr>
          <p:cNvGrpSpPr/>
          <p:nvPr/>
        </p:nvGrpSpPr>
        <p:grpSpPr>
          <a:xfrm>
            <a:off x="540646" y="1950459"/>
            <a:ext cx="6041129" cy="5286903"/>
            <a:chOff x="541883" y="1948511"/>
            <a:chExt cx="3169505" cy="5292000"/>
          </a:xfrm>
        </p:grpSpPr>
        <p:sp>
          <p:nvSpPr>
            <p:cNvPr id="3" name="Прямоугольник: скругленные углы 1">
              <a:extLst>
                <a:ext uri="{FF2B5EF4-FFF2-40B4-BE49-F238E27FC236}">
                  <a16:creationId xmlns:a16="http://schemas.microsoft.com/office/drawing/2014/main" id="{48FA86E4-5325-2C31-5BB0-DEB3724A0BDF}"/>
                </a:ext>
              </a:extLst>
            </p:cNvPr>
            <p:cNvSpPr/>
            <p:nvPr/>
          </p:nvSpPr>
          <p:spPr>
            <a:xfrm>
              <a:off x="541883" y="1948511"/>
              <a:ext cx="3169505" cy="5292000"/>
            </a:xfrm>
            <a:prstGeom prst="roundRect">
              <a:avLst>
                <a:gd name="adj" fmla="val 4809"/>
              </a:avLst>
            </a:prstGeom>
            <a:noFill/>
            <a:ln w="12700">
              <a:solidFill>
                <a:srgbClr val="FF2D6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/>
            </a:p>
          </p:txBody>
        </p:sp>
        <p:sp>
          <p:nvSpPr>
            <p:cNvPr id="4" name="Google Shape;175;p22">
              <a:extLst>
                <a:ext uri="{FF2B5EF4-FFF2-40B4-BE49-F238E27FC236}">
                  <a16:creationId xmlns:a16="http://schemas.microsoft.com/office/drawing/2014/main" id="{7FD81176-ED15-33A8-C449-F2E546B4D7DE}"/>
                </a:ext>
              </a:extLst>
            </p:cNvPr>
            <p:cNvSpPr txBox="1"/>
            <p:nvPr/>
          </p:nvSpPr>
          <p:spPr>
            <a:xfrm>
              <a:off x="715665" y="5679298"/>
              <a:ext cx="2679718" cy="135847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r>
                <a:rPr lang="ru-RU" sz="16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Программная архитектура предприятия</a:t>
              </a:r>
            </a:p>
          </p:txBody>
        </p:sp>
      </p:grpSp>
      <p:grpSp>
        <p:nvGrpSpPr>
          <p:cNvPr id="6" name="Группа 5">
            <a:extLst>
              <a:ext uri="{FF2B5EF4-FFF2-40B4-BE49-F238E27FC236}">
                <a16:creationId xmlns:a16="http://schemas.microsoft.com/office/drawing/2014/main" id="{79655425-56E4-2F5D-D68E-6EECCB2F046D}"/>
              </a:ext>
            </a:extLst>
          </p:cNvPr>
          <p:cNvGrpSpPr/>
          <p:nvPr/>
        </p:nvGrpSpPr>
        <p:grpSpPr>
          <a:xfrm>
            <a:off x="6729068" y="1950460"/>
            <a:ext cx="6041128" cy="5286903"/>
            <a:chOff x="541883" y="1948511"/>
            <a:chExt cx="3169505" cy="5292000"/>
          </a:xfrm>
        </p:grpSpPr>
        <p:sp>
          <p:nvSpPr>
            <p:cNvPr id="8" name="Прямоугольник: скругленные углы 1">
              <a:extLst>
                <a:ext uri="{FF2B5EF4-FFF2-40B4-BE49-F238E27FC236}">
                  <a16:creationId xmlns:a16="http://schemas.microsoft.com/office/drawing/2014/main" id="{BF99C1E6-6C69-3C83-F549-0E86990FCC0B}"/>
                </a:ext>
              </a:extLst>
            </p:cNvPr>
            <p:cNvSpPr/>
            <p:nvPr/>
          </p:nvSpPr>
          <p:spPr>
            <a:xfrm>
              <a:off x="541883" y="1948511"/>
              <a:ext cx="3169505" cy="5292000"/>
            </a:xfrm>
            <a:prstGeom prst="roundRect">
              <a:avLst>
                <a:gd name="adj" fmla="val 4809"/>
              </a:avLst>
            </a:prstGeom>
            <a:noFill/>
            <a:ln w="12700">
              <a:solidFill>
                <a:srgbClr val="FF2D6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/>
            </a:p>
          </p:txBody>
        </p:sp>
        <p:sp>
          <p:nvSpPr>
            <p:cNvPr id="10" name="Google Shape;175;p22">
              <a:extLst>
                <a:ext uri="{FF2B5EF4-FFF2-40B4-BE49-F238E27FC236}">
                  <a16:creationId xmlns:a16="http://schemas.microsoft.com/office/drawing/2014/main" id="{DC050A39-FC80-FDCA-88A6-DEE69B7405E6}"/>
                </a:ext>
              </a:extLst>
            </p:cNvPr>
            <p:cNvSpPr txBox="1"/>
            <p:nvPr/>
          </p:nvSpPr>
          <p:spPr>
            <a:xfrm>
              <a:off x="715665" y="5679298"/>
              <a:ext cx="2679718" cy="135847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r>
                <a:rPr lang="ru-RU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Техническая архитектура предприятия</a:t>
              </a:r>
              <a:endParaRPr lang="ru-RU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endParaRPr>
            </a:p>
          </p:txBody>
        </p:sp>
      </p:grpSp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01D4D1FE-04F4-CDBE-4ED7-0F9AE3B9A22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0173" y="2253375"/>
            <a:ext cx="5982074" cy="2792261"/>
          </a:xfrm>
          <a:prstGeom prst="rect">
            <a:avLst/>
          </a:prstGeom>
        </p:spPr>
      </p:pic>
      <p:pic>
        <p:nvPicPr>
          <p:cNvPr id="41" name="Рисунок 40">
            <a:extLst>
              <a:ext uri="{FF2B5EF4-FFF2-40B4-BE49-F238E27FC236}">
                <a16:creationId xmlns:a16="http://schemas.microsoft.com/office/drawing/2014/main" id="{76BE76FA-3EE4-43EF-C2DD-2D18E326654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7554" y="1996380"/>
            <a:ext cx="3944156" cy="3566913"/>
          </a:xfrm>
          <a:prstGeom prst="rect">
            <a:avLst/>
          </a:prstGeom>
        </p:spPr>
      </p:pic>
      <p:cxnSp>
        <p:nvCxnSpPr>
          <p:cNvPr id="13" name="Прямая соединительная линия 12">
            <a:extLst>
              <a:ext uri="{FF2B5EF4-FFF2-40B4-BE49-F238E27FC236}">
                <a16:creationId xmlns:a16="http://schemas.microsoft.com/office/drawing/2014/main" id="{052D2A44-EDCF-327C-0883-905A6BDB242A}"/>
              </a:ext>
            </a:extLst>
          </p:cNvPr>
          <p:cNvCxnSpPr>
            <a:cxnSpLocks/>
          </p:cNvCxnSpPr>
          <p:nvPr/>
        </p:nvCxnSpPr>
        <p:spPr>
          <a:xfrm flipH="1">
            <a:off x="12556435" y="1207814"/>
            <a:ext cx="883340" cy="0"/>
          </a:xfrm>
          <a:prstGeom prst="line">
            <a:avLst/>
          </a:prstGeom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211452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" name="Группа 36">
            <a:extLst>
              <a:ext uri="{FF2B5EF4-FFF2-40B4-BE49-F238E27FC236}">
                <a16:creationId xmlns:a16="http://schemas.microsoft.com/office/drawing/2014/main" id="{2BCC0988-D677-43EA-82DC-29FEC0631507}"/>
              </a:ext>
            </a:extLst>
          </p:cNvPr>
          <p:cNvGrpSpPr/>
          <p:nvPr/>
        </p:nvGrpSpPr>
        <p:grpSpPr>
          <a:xfrm>
            <a:off x="6191241" y="-2133588"/>
            <a:ext cx="4102836" cy="1110227"/>
            <a:chOff x="7681043" y="1623447"/>
            <a:chExt cx="4102836" cy="1110227"/>
          </a:xfrm>
        </p:grpSpPr>
        <p:grpSp>
          <p:nvGrpSpPr>
            <p:cNvPr id="38" name="Группа 37">
              <a:extLst>
                <a:ext uri="{FF2B5EF4-FFF2-40B4-BE49-F238E27FC236}">
                  <a16:creationId xmlns:a16="http://schemas.microsoft.com/office/drawing/2014/main" id="{514046DA-1D89-48D0-B845-45EEE5D3DBF4}"/>
                </a:ext>
              </a:extLst>
            </p:cNvPr>
            <p:cNvGrpSpPr/>
            <p:nvPr/>
          </p:nvGrpSpPr>
          <p:grpSpPr>
            <a:xfrm>
              <a:off x="7681043" y="1623447"/>
              <a:ext cx="4102836" cy="1110227"/>
              <a:chOff x="5806398" y="3106101"/>
              <a:chExt cx="4522617" cy="1223820"/>
            </a:xfrm>
          </p:grpSpPr>
          <p:sp>
            <p:nvSpPr>
              <p:cNvPr id="42" name="Прямоугольник 41">
                <a:extLst>
                  <a:ext uri="{FF2B5EF4-FFF2-40B4-BE49-F238E27FC236}">
                    <a16:creationId xmlns:a16="http://schemas.microsoft.com/office/drawing/2014/main" id="{44DE44B1-A773-4A2C-9E6B-B3681DEADE73}"/>
                  </a:ext>
                </a:extLst>
              </p:cNvPr>
              <p:cNvSpPr/>
              <p:nvPr/>
            </p:nvSpPr>
            <p:spPr>
              <a:xfrm>
                <a:off x="6065986" y="3271567"/>
                <a:ext cx="2376988" cy="373193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ru" sz="1600" dirty="0">
                    <a:solidFill>
                      <a:srgbClr val="FF0040"/>
                    </a:solidFill>
                    <a:latin typeface="TT Norms Bold" panose="02000803040000020004" pitchFamily="2" charset="-52"/>
                  </a:rPr>
                  <a:t>Планируемый охват</a:t>
                </a:r>
                <a:endParaRPr lang="ru-RU" sz="1600" dirty="0">
                  <a:solidFill>
                    <a:srgbClr val="FF0040"/>
                  </a:solidFill>
                  <a:latin typeface="TT Norms Bold" panose="02000803040000020004" pitchFamily="2" charset="-52"/>
                </a:endParaRPr>
              </a:p>
            </p:txBody>
          </p:sp>
          <p:sp>
            <p:nvSpPr>
              <p:cNvPr id="43" name="Скругленный прямоугольник 45">
                <a:extLst>
                  <a:ext uri="{FF2B5EF4-FFF2-40B4-BE49-F238E27FC236}">
                    <a16:creationId xmlns:a16="http://schemas.microsoft.com/office/drawing/2014/main" id="{1551CDBC-83C7-417E-890E-8B3609CDF2F0}"/>
                  </a:ext>
                </a:extLst>
              </p:cNvPr>
              <p:cNvSpPr/>
              <p:nvPr/>
            </p:nvSpPr>
            <p:spPr>
              <a:xfrm>
                <a:off x="5806398" y="3106101"/>
                <a:ext cx="4522617" cy="1223820"/>
              </a:xfrm>
              <a:prstGeom prst="roundRect">
                <a:avLst>
                  <a:gd name="adj" fmla="val 9609"/>
                </a:avLst>
              </a:prstGeom>
              <a:noFill/>
              <a:ln>
                <a:solidFill>
                  <a:srgbClr val="FF004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 sz="1633"/>
              </a:p>
            </p:txBody>
          </p:sp>
        </p:grpSp>
        <p:sp>
          <p:nvSpPr>
            <p:cNvPr id="39" name="Прямоугольник 38">
              <a:extLst>
                <a:ext uri="{FF2B5EF4-FFF2-40B4-BE49-F238E27FC236}">
                  <a16:creationId xmlns:a16="http://schemas.microsoft.com/office/drawing/2014/main" id="{84040A78-9DA2-4DCD-8D5F-7AD8FC675BED}"/>
                </a:ext>
              </a:extLst>
            </p:cNvPr>
            <p:cNvSpPr/>
            <p:nvPr/>
          </p:nvSpPr>
          <p:spPr>
            <a:xfrm>
              <a:off x="7916536" y="2165076"/>
              <a:ext cx="3275339" cy="30777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ru-RU" sz="1400" dirty="0">
                  <a:latin typeface="TT Norms Regular" panose="02000503030000020003" pitchFamily="2" charset="-52"/>
                </a:rPr>
                <a:t>240 тыс. слушателей до 2024 год</a:t>
              </a:r>
            </a:p>
          </p:txBody>
        </p:sp>
      </p:grp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>
          <a:xfrm>
            <a:off x="12917099" y="7237363"/>
            <a:ext cx="313974" cy="128845"/>
          </a:xfrm>
        </p:spPr>
        <p:txBody>
          <a:bodyPr/>
          <a:lstStyle/>
          <a:p>
            <a:fld id="{77D613D0-6E26-43FB-BD47-70B2F75E669A}" type="slidenum">
              <a:rPr lang="ru-RU" smtClean="0"/>
              <a:pPr/>
              <a:t>4</a:t>
            </a:fld>
            <a:endParaRPr lang="ru-RU" dirty="0"/>
          </a:p>
        </p:txBody>
      </p:sp>
      <p:sp>
        <p:nvSpPr>
          <p:cNvPr id="24" name="Заголовок 8">
            <a:extLst>
              <a:ext uri="{FF2B5EF4-FFF2-40B4-BE49-F238E27FC236}">
                <a16:creationId xmlns:a16="http://schemas.microsoft.com/office/drawing/2014/main" id="{B5D41CCB-F4F9-4CAC-9A70-CF227E1DA6BE}"/>
              </a:ext>
            </a:extLst>
          </p:cNvPr>
          <p:cNvSpPr txBox="1">
            <a:spLocks/>
          </p:cNvSpPr>
          <p:nvPr/>
        </p:nvSpPr>
        <p:spPr>
          <a:xfrm>
            <a:off x="412750" y="278797"/>
            <a:ext cx="12060936" cy="1289343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l" defTabSz="1007943" rtl="0" eaLnBrk="1" latinLnBrk="0" hangingPunct="1">
              <a:lnSpc>
                <a:spcPct val="68000"/>
              </a:lnSpc>
              <a:spcBef>
                <a:spcPct val="0"/>
              </a:spcBef>
              <a:buNone/>
              <a:defRPr lang="ru-RU" sz="7542" b="0" i="0" kern="0" spc="-220" dirty="0">
                <a:solidFill>
                  <a:srgbClr val="000000"/>
                </a:solidFill>
                <a:latin typeface="TT Norms Regular" pitchFamily="34" charset="0"/>
                <a:ea typeface="TT Norms Regular" pitchFamily="34" charset="-122"/>
                <a:cs typeface="TT Norms Regular" pitchFamily="34" charset="-120"/>
              </a:defRPr>
            </a:lvl1pPr>
          </a:lstStyle>
          <a:p>
            <a:r>
              <a:rPr lang="ru-RU" sz="4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Контекстная диаграмма и </a:t>
            </a:r>
            <a:r>
              <a:rPr lang="ru-RU" sz="4400" dirty="0">
                <a:solidFill>
                  <a:srgbClr val="FF004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декомпозиция процесса </a:t>
            </a:r>
            <a:r>
              <a:rPr lang="en-US" sz="4400" dirty="0">
                <a:solidFill>
                  <a:srgbClr val="FF004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AS-IS</a:t>
            </a:r>
            <a:endParaRPr lang="ru-RU" sz="4400" dirty="0">
              <a:solidFill>
                <a:srgbClr val="FF0040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cxnSp>
        <p:nvCxnSpPr>
          <p:cNvPr id="25" name="Прямая соединительная линия 24">
            <a:extLst>
              <a:ext uri="{FF2B5EF4-FFF2-40B4-BE49-F238E27FC236}">
                <a16:creationId xmlns:a16="http://schemas.microsoft.com/office/drawing/2014/main" id="{4C22805C-7D63-43C8-BD51-F4ACB8BEAA31}"/>
              </a:ext>
            </a:extLst>
          </p:cNvPr>
          <p:cNvCxnSpPr>
            <a:cxnSpLocks/>
          </p:cNvCxnSpPr>
          <p:nvPr/>
        </p:nvCxnSpPr>
        <p:spPr>
          <a:xfrm flipH="1">
            <a:off x="1689652" y="1327082"/>
            <a:ext cx="11750123" cy="0"/>
          </a:xfrm>
          <a:prstGeom prst="line">
            <a:avLst/>
          </a:prstGeom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" name="Группа 1">
            <a:extLst>
              <a:ext uri="{FF2B5EF4-FFF2-40B4-BE49-F238E27FC236}">
                <a16:creationId xmlns:a16="http://schemas.microsoft.com/office/drawing/2014/main" id="{35EC9ECD-0D03-BAEC-39DC-02795806E2F4}"/>
              </a:ext>
            </a:extLst>
          </p:cNvPr>
          <p:cNvGrpSpPr/>
          <p:nvPr/>
        </p:nvGrpSpPr>
        <p:grpSpPr>
          <a:xfrm>
            <a:off x="540646" y="1950459"/>
            <a:ext cx="6041129" cy="5286903"/>
            <a:chOff x="541883" y="1948511"/>
            <a:chExt cx="3169505" cy="5292000"/>
          </a:xfrm>
        </p:grpSpPr>
        <p:sp>
          <p:nvSpPr>
            <p:cNvPr id="3" name="Прямоугольник: скругленные углы 1">
              <a:extLst>
                <a:ext uri="{FF2B5EF4-FFF2-40B4-BE49-F238E27FC236}">
                  <a16:creationId xmlns:a16="http://schemas.microsoft.com/office/drawing/2014/main" id="{708773D7-4E97-7DCE-8AB9-9554DD613A45}"/>
                </a:ext>
              </a:extLst>
            </p:cNvPr>
            <p:cNvSpPr/>
            <p:nvPr/>
          </p:nvSpPr>
          <p:spPr>
            <a:xfrm>
              <a:off x="541883" y="1948511"/>
              <a:ext cx="3169505" cy="5292000"/>
            </a:xfrm>
            <a:prstGeom prst="roundRect">
              <a:avLst>
                <a:gd name="adj" fmla="val 4809"/>
              </a:avLst>
            </a:prstGeom>
            <a:noFill/>
            <a:ln w="12700">
              <a:solidFill>
                <a:srgbClr val="FF2D6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/>
            </a:p>
          </p:txBody>
        </p:sp>
        <p:sp>
          <p:nvSpPr>
            <p:cNvPr id="4" name="Google Shape;175;p22">
              <a:extLst>
                <a:ext uri="{FF2B5EF4-FFF2-40B4-BE49-F238E27FC236}">
                  <a16:creationId xmlns:a16="http://schemas.microsoft.com/office/drawing/2014/main" id="{0C7AF684-85AC-E413-7ABE-2A24EDDFCA37}"/>
                </a:ext>
              </a:extLst>
            </p:cNvPr>
            <p:cNvSpPr txBox="1"/>
            <p:nvPr/>
          </p:nvSpPr>
          <p:spPr>
            <a:xfrm>
              <a:off x="715665" y="5780669"/>
              <a:ext cx="2679718" cy="135847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r>
                <a:rPr lang="ru-RU" sz="16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Контекстная диаграмма </a:t>
              </a:r>
              <a:r>
                <a:rPr lang="en-US" sz="16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IDEF0</a:t>
              </a:r>
              <a:r>
                <a:rPr lang="ru-RU" sz="16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подбора персонала</a:t>
              </a:r>
              <a:r>
                <a:rPr lang="en-US" sz="16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AS-IS</a:t>
              </a:r>
              <a:endParaRPr lang="ru-RU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endParaRPr>
            </a:p>
          </p:txBody>
        </p:sp>
      </p:grpSp>
      <p:grpSp>
        <p:nvGrpSpPr>
          <p:cNvPr id="5" name="Группа 4">
            <a:extLst>
              <a:ext uri="{FF2B5EF4-FFF2-40B4-BE49-F238E27FC236}">
                <a16:creationId xmlns:a16="http://schemas.microsoft.com/office/drawing/2014/main" id="{51BCB349-6F19-E035-1E94-EC3EF5C1B336}"/>
              </a:ext>
            </a:extLst>
          </p:cNvPr>
          <p:cNvGrpSpPr/>
          <p:nvPr/>
        </p:nvGrpSpPr>
        <p:grpSpPr>
          <a:xfrm>
            <a:off x="6729069" y="1950460"/>
            <a:ext cx="6041128" cy="5286903"/>
            <a:chOff x="541883" y="1948511"/>
            <a:chExt cx="3169505" cy="5292000"/>
          </a:xfrm>
        </p:grpSpPr>
        <p:sp>
          <p:nvSpPr>
            <p:cNvPr id="6" name="Прямоугольник: скругленные углы 1">
              <a:extLst>
                <a:ext uri="{FF2B5EF4-FFF2-40B4-BE49-F238E27FC236}">
                  <a16:creationId xmlns:a16="http://schemas.microsoft.com/office/drawing/2014/main" id="{27220678-167F-841B-ABF5-92EFB1CF5682}"/>
                </a:ext>
              </a:extLst>
            </p:cNvPr>
            <p:cNvSpPr/>
            <p:nvPr/>
          </p:nvSpPr>
          <p:spPr>
            <a:xfrm>
              <a:off x="541883" y="1948511"/>
              <a:ext cx="3169505" cy="5292000"/>
            </a:xfrm>
            <a:prstGeom prst="roundRect">
              <a:avLst>
                <a:gd name="adj" fmla="val 4809"/>
              </a:avLst>
            </a:prstGeom>
            <a:noFill/>
            <a:ln w="12700">
              <a:solidFill>
                <a:srgbClr val="FF2D6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/>
            </a:p>
          </p:txBody>
        </p:sp>
        <p:sp>
          <p:nvSpPr>
            <p:cNvPr id="11" name="Google Shape;175;p22">
              <a:extLst>
                <a:ext uri="{FF2B5EF4-FFF2-40B4-BE49-F238E27FC236}">
                  <a16:creationId xmlns:a16="http://schemas.microsoft.com/office/drawing/2014/main" id="{9E202F89-2B33-CABC-8BFE-53D79C42E732}"/>
                </a:ext>
              </a:extLst>
            </p:cNvPr>
            <p:cNvSpPr txBox="1"/>
            <p:nvPr/>
          </p:nvSpPr>
          <p:spPr>
            <a:xfrm>
              <a:off x="715665" y="5780668"/>
              <a:ext cx="2679718" cy="135847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r>
                <a:rPr lang="ru-RU" sz="16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Декомпозиция </a:t>
              </a:r>
              <a:r>
                <a:rPr lang="en-US" sz="16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IDEF0</a:t>
              </a:r>
              <a:r>
                <a:rPr lang="ru-RU" sz="16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процесса подбора персонала </a:t>
              </a:r>
              <a:r>
                <a:rPr lang="en-US" sz="16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AS-IS</a:t>
              </a:r>
              <a:endParaRPr lang="ru-RU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endParaRPr>
            </a:p>
          </p:txBody>
        </p:sp>
      </p:grp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C68AD77B-E3CC-B67D-A19E-233C3AE0C1C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6840" y="2053365"/>
            <a:ext cx="5450057" cy="3624288"/>
          </a:xfrm>
          <a:prstGeom prst="rect">
            <a:avLst/>
          </a:prstGeom>
        </p:spPr>
      </p:pic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2044857D-A5F2-7016-199A-7E008693589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25577" y="2054997"/>
            <a:ext cx="5447603" cy="36226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740226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" name="Группа 36">
            <a:extLst>
              <a:ext uri="{FF2B5EF4-FFF2-40B4-BE49-F238E27FC236}">
                <a16:creationId xmlns:a16="http://schemas.microsoft.com/office/drawing/2014/main" id="{2BCC0988-D677-43EA-82DC-29FEC0631507}"/>
              </a:ext>
            </a:extLst>
          </p:cNvPr>
          <p:cNvGrpSpPr/>
          <p:nvPr/>
        </p:nvGrpSpPr>
        <p:grpSpPr>
          <a:xfrm>
            <a:off x="6191241" y="-2133588"/>
            <a:ext cx="4102836" cy="1110227"/>
            <a:chOff x="7681043" y="1623447"/>
            <a:chExt cx="4102836" cy="1110227"/>
          </a:xfrm>
        </p:grpSpPr>
        <p:grpSp>
          <p:nvGrpSpPr>
            <p:cNvPr id="38" name="Группа 37">
              <a:extLst>
                <a:ext uri="{FF2B5EF4-FFF2-40B4-BE49-F238E27FC236}">
                  <a16:creationId xmlns:a16="http://schemas.microsoft.com/office/drawing/2014/main" id="{514046DA-1D89-48D0-B845-45EEE5D3DBF4}"/>
                </a:ext>
              </a:extLst>
            </p:cNvPr>
            <p:cNvGrpSpPr/>
            <p:nvPr/>
          </p:nvGrpSpPr>
          <p:grpSpPr>
            <a:xfrm>
              <a:off x="7681043" y="1623447"/>
              <a:ext cx="4102836" cy="1110227"/>
              <a:chOff x="5806398" y="3106101"/>
              <a:chExt cx="4522617" cy="1223820"/>
            </a:xfrm>
          </p:grpSpPr>
          <p:sp>
            <p:nvSpPr>
              <p:cNvPr id="42" name="Прямоугольник 41">
                <a:extLst>
                  <a:ext uri="{FF2B5EF4-FFF2-40B4-BE49-F238E27FC236}">
                    <a16:creationId xmlns:a16="http://schemas.microsoft.com/office/drawing/2014/main" id="{44DE44B1-A773-4A2C-9E6B-B3681DEADE73}"/>
                  </a:ext>
                </a:extLst>
              </p:cNvPr>
              <p:cNvSpPr/>
              <p:nvPr/>
            </p:nvSpPr>
            <p:spPr>
              <a:xfrm>
                <a:off x="6065986" y="3271567"/>
                <a:ext cx="2376988" cy="373193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ru" sz="1600" dirty="0">
                    <a:solidFill>
                      <a:srgbClr val="FF0040"/>
                    </a:solidFill>
                    <a:latin typeface="TT Norms Bold" panose="02000803040000020004" pitchFamily="2" charset="-52"/>
                  </a:rPr>
                  <a:t>Планируемый охват</a:t>
                </a:r>
                <a:endParaRPr lang="ru-RU" sz="1600" dirty="0">
                  <a:solidFill>
                    <a:srgbClr val="FF0040"/>
                  </a:solidFill>
                  <a:latin typeface="TT Norms Bold" panose="02000803040000020004" pitchFamily="2" charset="-52"/>
                </a:endParaRPr>
              </a:p>
            </p:txBody>
          </p:sp>
          <p:sp>
            <p:nvSpPr>
              <p:cNvPr id="43" name="Скругленный прямоугольник 45">
                <a:extLst>
                  <a:ext uri="{FF2B5EF4-FFF2-40B4-BE49-F238E27FC236}">
                    <a16:creationId xmlns:a16="http://schemas.microsoft.com/office/drawing/2014/main" id="{1551CDBC-83C7-417E-890E-8B3609CDF2F0}"/>
                  </a:ext>
                </a:extLst>
              </p:cNvPr>
              <p:cNvSpPr/>
              <p:nvPr/>
            </p:nvSpPr>
            <p:spPr>
              <a:xfrm>
                <a:off x="5806398" y="3106101"/>
                <a:ext cx="4522617" cy="1223820"/>
              </a:xfrm>
              <a:prstGeom prst="roundRect">
                <a:avLst>
                  <a:gd name="adj" fmla="val 9609"/>
                </a:avLst>
              </a:prstGeom>
              <a:noFill/>
              <a:ln>
                <a:solidFill>
                  <a:srgbClr val="FF004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 sz="1633"/>
              </a:p>
            </p:txBody>
          </p:sp>
        </p:grpSp>
        <p:sp>
          <p:nvSpPr>
            <p:cNvPr id="39" name="Прямоугольник 38">
              <a:extLst>
                <a:ext uri="{FF2B5EF4-FFF2-40B4-BE49-F238E27FC236}">
                  <a16:creationId xmlns:a16="http://schemas.microsoft.com/office/drawing/2014/main" id="{84040A78-9DA2-4DCD-8D5F-7AD8FC675BED}"/>
                </a:ext>
              </a:extLst>
            </p:cNvPr>
            <p:cNvSpPr/>
            <p:nvPr/>
          </p:nvSpPr>
          <p:spPr>
            <a:xfrm>
              <a:off x="7916536" y="2165076"/>
              <a:ext cx="3275339" cy="30777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ru-RU" sz="1400" dirty="0">
                  <a:latin typeface="TT Norms Regular" panose="02000503030000020003" pitchFamily="2" charset="-52"/>
                </a:rPr>
                <a:t>240 тыс. слушателей до 2024 год</a:t>
              </a:r>
            </a:p>
          </p:txBody>
        </p:sp>
      </p:grp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>
          <a:xfrm>
            <a:off x="12917099" y="7237363"/>
            <a:ext cx="313974" cy="128845"/>
          </a:xfrm>
        </p:spPr>
        <p:txBody>
          <a:bodyPr/>
          <a:lstStyle/>
          <a:p>
            <a:fld id="{77D613D0-6E26-43FB-BD47-70B2F75E669A}" type="slidenum">
              <a:rPr lang="ru-RU" smtClean="0"/>
              <a:pPr/>
              <a:t>5</a:t>
            </a:fld>
            <a:endParaRPr lang="ru-RU" dirty="0"/>
          </a:p>
        </p:txBody>
      </p:sp>
      <p:sp>
        <p:nvSpPr>
          <p:cNvPr id="24" name="Заголовок 8">
            <a:extLst>
              <a:ext uri="{FF2B5EF4-FFF2-40B4-BE49-F238E27FC236}">
                <a16:creationId xmlns:a16="http://schemas.microsoft.com/office/drawing/2014/main" id="{B5D41CCB-F4F9-4CAC-9A70-CF227E1DA6BE}"/>
              </a:ext>
            </a:extLst>
          </p:cNvPr>
          <p:cNvSpPr txBox="1">
            <a:spLocks/>
          </p:cNvSpPr>
          <p:nvPr/>
        </p:nvSpPr>
        <p:spPr>
          <a:xfrm>
            <a:off x="412750" y="278797"/>
            <a:ext cx="11893550" cy="1289343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l" defTabSz="1007943" rtl="0" eaLnBrk="1" latinLnBrk="0" hangingPunct="1">
              <a:lnSpc>
                <a:spcPct val="68000"/>
              </a:lnSpc>
              <a:spcBef>
                <a:spcPct val="0"/>
              </a:spcBef>
              <a:buNone/>
              <a:defRPr lang="ru-RU" sz="7542" b="0" i="0" kern="0" spc="-220" dirty="0">
                <a:solidFill>
                  <a:srgbClr val="000000"/>
                </a:solidFill>
                <a:latin typeface="TT Norms Regular" pitchFamily="34" charset="0"/>
                <a:ea typeface="TT Norms Regular" pitchFamily="34" charset="-122"/>
                <a:cs typeface="TT Norms Regular" pitchFamily="34" charset="-120"/>
              </a:defRPr>
            </a:lvl1pPr>
          </a:lstStyle>
          <a:p>
            <a:r>
              <a:rPr lang="ru-RU" sz="4400" dirty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Контекстная диаграмма и </a:t>
            </a:r>
            <a:r>
              <a:rPr lang="ru-RU" sz="4400" dirty="0">
                <a:solidFill>
                  <a:srgbClr val="FF004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декомпозиция процесса </a:t>
            </a:r>
            <a:r>
              <a:rPr lang="en-US" sz="4400" dirty="0">
                <a:solidFill>
                  <a:srgbClr val="FF004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TO-BE</a:t>
            </a:r>
            <a:endParaRPr lang="ru-RU" sz="4400" dirty="0">
              <a:solidFill>
                <a:srgbClr val="FF0040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cxnSp>
        <p:nvCxnSpPr>
          <p:cNvPr id="25" name="Прямая соединительная линия 24">
            <a:extLst>
              <a:ext uri="{FF2B5EF4-FFF2-40B4-BE49-F238E27FC236}">
                <a16:creationId xmlns:a16="http://schemas.microsoft.com/office/drawing/2014/main" id="{4C22805C-7D63-43C8-BD51-F4ACB8BEAA31}"/>
              </a:ext>
            </a:extLst>
          </p:cNvPr>
          <p:cNvCxnSpPr>
            <a:cxnSpLocks/>
          </p:cNvCxnSpPr>
          <p:nvPr/>
        </p:nvCxnSpPr>
        <p:spPr>
          <a:xfrm flipH="1">
            <a:off x="1901687" y="1327082"/>
            <a:ext cx="11538088" cy="0"/>
          </a:xfrm>
          <a:prstGeom prst="line">
            <a:avLst/>
          </a:prstGeom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" name="Группа 1">
            <a:extLst>
              <a:ext uri="{FF2B5EF4-FFF2-40B4-BE49-F238E27FC236}">
                <a16:creationId xmlns:a16="http://schemas.microsoft.com/office/drawing/2014/main" id="{35EC9ECD-0D03-BAEC-39DC-02795806E2F4}"/>
              </a:ext>
            </a:extLst>
          </p:cNvPr>
          <p:cNvGrpSpPr/>
          <p:nvPr/>
        </p:nvGrpSpPr>
        <p:grpSpPr>
          <a:xfrm>
            <a:off x="540646" y="1950459"/>
            <a:ext cx="6041129" cy="5286903"/>
            <a:chOff x="541883" y="1948511"/>
            <a:chExt cx="3169505" cy="5292000"/>
          </a:xfrm>
        </p:grpSpPr>
        <p:sp>
          <p:nvSpPr>
            <p:cNvPr id="3" name="Прямоугольник: скругленные углы 1">
              <a:extLst>
                <a:ext uri="{FF2B5EF4-FFF2-40B4-BE49-F238E27FC236}">
                  <a16:creationId xmlns:a16="http://schemas.microsoft.com/office/drawing/2014/main" id="{708773D7-4E97-7DCE-8AB9-9554DD613A45}"/>
                </a:ext>
              </a:extLst>
            </p:cNvPr>
            <p:cNvSpPr/>
            <p:nvPr/>
          </p:nvSpPr>
          <p:spPr>
            <a:xfrm>
              <a:off x="541883" y="1948511"/>
              <a:ext cx="3169505" cy="5292000"/>
            </a:xfrm>
            <a:prstGeom prst="roundRect">
              <a:avLst>
                <a:gd name="adj" fmla="val 4809"/>
              </a:avLst>
            </a:prstGeom>
            <a:noFill/>
            <a:ln w="12700">
              <a:solidFill>
                <a:srgbClr val="FF2D6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/>
            </a:p>
          </p:txBody>
        </p:sp>
        <p:sp>
          <p:nvSpPr>
            <p:cNvPr id="4" name="Google Shape;175;p22">
              <a:extLst>
                <a:ext uri="{FF2B5EF4-FFF2-40B4-BE49-F238E27FC236}">
                  <a16:creationId xmlns:a16="http://schemas.microsoft.com/office/drawing/2014/main" id="{0C7AF684-85AC-E413-7ABE-2A24EDDFCA37}"/>
                </a:ext>
              </a:extLst>
            </p:cNvPr>
            <p:cNvSpPr txBox="1"/>
            <p:nvPr/>
          </p:nvSpPr>
          <p:spPr>
            <a:xfrm>
              <a:off x="715665" y="5780669"/>
              <a:ext cx="2930778" cy="135847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r>
                <a:rPr lang="ru-RU" sz="18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Контекстная диаграмма </a:t>
              </a:r>
              <a:r>
                <a:rPr lang="en-US" sz="18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IDEF0</a:t>
              </a:r>
              <a:r>
                <a:rPr lang="ru-RU" sz="18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автоматизированного процесса подбора персонала</a:t>
              </a:r>
              <a:r>
                <a:rPr lang="en-US" sz="18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TO-BE</a:t>
              </a:r>
              <a:endParaRPr lang="ru-RU" sz="1800" dirty="0">
                <a:solidFill>
                  <a:schemeClr val="tx1">
                    <a:lumMod val="85000"/>
                    <a:lumOff val="1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endParaRPr>
            </a:p>
          </p:txBody>
        </p:sp>
      </p:grpSp>
      <p:grpSp>
        <p:nvGrpSpPr>
          <p:cNvPr id="5" name="Группа 4">
            <a:extLst>
              <a:ext uri="{FF2B5EF4-FFF2-40B4-BE49-F238E27FC236}">
                <a16:creationId xmlns:a16="http://schemas.microsoft.com/office/drawing/2014/main" id="{51BCB349-6F19-E035-1E94-EC3EF5C1B336}"/>
              </a:ext>
            </a:extLst>
          </p:cNvPr>
          <p:cNvGrpSpPr/>
          <p:nvPr/>
        </p:nvGrpSpPr>
        <p:grpSpPr>
          <a:xfrm>
            <a:off x="6729068" y="1950460"/>
            <a:ext cx="6041128" cy="5286903"/>
            <a:chOff x="541883" y="1948511"/>
            <a:chExt cx="3169505" cy="5292000"/>
          </a:xfrm>
        </p:grpSpPr>
        <p:sp>
          <p:nvSpPr>
            <p:cNvPr id="6" name="Прямоугольник: скругленные углы 1">
              <a:extLst>
                <a:ext uri="{FF2B5EF4-FFF2-40B4-BE49-F238E27FC236}">
                  <a16:creationId xmlns:a16="http://schemas.microsoft.com/office/drawing/2014/main" id="{27220678-167F-841B-ABF5-92EFB1CF5682}"/>
                </a:ext>
              </a:extLst>
            </p:cNvPr>
            <p:cNvSpPr/>
            <p:nvPr/>
          </p:nvSpPr>
          <p:spPr>
            <a:xfrm>
              <a:off x="541883" y="1948511"/>
              <a:ext cx="3169505" cy="5292000"/>
            </a:xfrm>
            <a:prstGeom prst="roundRect">
              <a:avLst>
                <a:gd name="adj" fmla="val 4809"/>
              </a:avLst>
            </a:prstGeom>
            <a:noFill/>
            <a:ln w="12700">
              <a:solidFill>
                <a:srgbClr val="FF2D6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/>
            </a:p>
          </p:txBody>
        </p:sp>
        <p:sp>
          <p:nvSpPr>
            <p:cNvPr id="11" name="Google Shape;175;p22">
              <a:extLst>
                <a:ext uri="{FF2B5EF4-FFF2-40B4-BE49-F238E27FC236}">
                  <a16:creationId xmlns:a16="http://schemas.microsoft.com/office/drawing/2014/main" id="{9E202F89-2B33-CABC-8BFE-53D79C42E732}"/>
                </a:ext>
              </a:extLst>
            </p:cNvPr>
            <p:cNvSpPr txBox="1"/>
            <p:nvPr/>
          </p:nvSpPr>
          <p:spPr>
            <a:xfrm>
              <a:off x="715664" y="5780668"/>
              <a:ext cx="2921813" cy="135847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r>
                <a:rPr lang="ru-RU" sz="16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Декомпозиция </a:t>
              </a:r>
              <a:r>
                <a:rPr lang="en-US" sz="16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IDEF0</a:t>
              </a:r>
              <a:r>
                <a:rPr lang="ru-RU" sz="16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автоматизированного процесса подбора персонала </a:t>
              </a:r>
              <a:r>
                <a:rPr lang="en-US" sz="16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TO-BE</a:t>
              </a:r>
              <a:endParaRPr lang="ru-RU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endParaRPr>
            </a:p>
          </p:txBody>
        </p:sp>
      </p:grp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A02250A9-074F-5878-87AE-26D358F2D9F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6841" y="2052818"/>
            <a:ext cx="5448737" cy="3623749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D188C12F-09A5-4A53-985D-AC681FFCFA2F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25263" y="2052818"/>
            <a:ext cx="5448737" cy="362393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9411992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>
          <a:xfrm>
            <a:off x="12917099" y="7237363"/>
            <a:ext cx="313974" cy="128845"/>
          </a:xfrm>
        </p:spPr>
        <p:txBody>
          <a:bodyPr/>
          <a:lstStyle/>
          <a:p>
            <a:fld id="{77D613D0-6E26-43FB-BD47-70B2F75E669A}" type="slidenum">
              <a:rPr lang="ru-RU" smtClean="0"/>
              <a:pPr/>
              <a:t>6</a:t>
            </a:fld>
            <a:endParaRPr lang="ru-RU" dirty="0"/>
          </a:p>
        </p:txBody>
      </p:sp>
      <p:sp>
        <p:nvSpPr>
          <p:cNvPr id="8" name="Заголовок 8">
            <a:extLst>
              <a:ext uri="{FF2B5EF4-FFF2-40B4-BE49-F238E27FC236}">
                <a16:creationId xmlns:a16="http://schemas.microsoft.com/office/drawing/2014/main" id="{B5D41CCB-F4F9-4CAC-9A70-CF227E1DA6BE}"/>
              </a:ext>
            </a:extLst>
          </p:cNvPr>
          <p:cNvSpPr txBox="1">
            <a:spLocks/>
          </p:cNvSpPr>
          <p:nvPr/>
        </p:nvSpPr>
        <p:spPr>
          <a:xfrm>
            <a:off x="482198" y="139901"/>
            <a:ext cx="10702925" cy="1522571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l" defTabSz="1007943" rtl="0" eaLnBrk="1" latinLnBrk="0" hangingPunct="1">
              <a:lnSpc>
                <a:spcPct val="68000"/>
              </a:lnSpc>
              <a:spcBef>
                <a:spcPct val="0"/>
              </a:spcBef>
              <a:buNone/>
              <a:defRPr lang="ru-RU" sz="7542" b="0" i="0" kern="0" spc="-220" dirty="0">
                <a:solidFill>
                  <a:srgbClr val="000000"/>
                </a:solidFill>
                <a:latin typeface="TT Norms Regular" pitchFamily="34" charset="0"/>
                <a:ea typeface="TT Norms Regular" pitchFamily="34" charset="-122"/>
                <a:cs typeface="TT Norms Regular" pitchFamily="34" charset="-120"/>
              </a:defRPr>
            </a:lvl1pPr>
          </a:lstStyle>
          <a:p>
            <a:r>
              <a:rPr lang="en-US" sz="6000" dirty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ER-</a:t>
            </a:r>
            <a:r>
              <a:rPr lang="ru-RU" sz="6000" dirty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диаграмма </a:t>
            </a:r>
            <a:r>
              <a:rPr lang="ru-RU" sz="6000" dirty="0">
                <a:solidFill>
                  <a:srgbClr val="FF004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базы данных</a:t>
            </a:r>
          </a:p>
        </p:txBody>
      </p:sp>
      <p:cxnSp>
        <p:nvCxnSpPr>
          <p:cNvPr id="10" name="Прямая соединительная линия 9">
            <a:extLst>
              <a:ext uri="{FF2B5EF4-FFF2-40B4-BE49-F238E27FC236}">
                <a16:creationId xmlns:a16="http://schemas.microsoft.com/office/drawing/2014/main" id="{4C22805C-7D63-43C8-BD51-F4ACB8BEAA31}"/>
              </a:ext>
            </a:extLst>
          </p:cNvPr>
          <p:cNvCxnSpPr>
            <a:cxnSpLocks/>
          </p:cNvCxnSpPr>
          <p:nvPr/>
        </p:nvCxnSpPr>
        <p:spPr>
          <a:xfrm flipH="1">
            <a:off x="9594574" y="1141554"/>
            <a:ext cx="3845201" cy="0"/>
          </a:xfrm>
          <a:prstGeom prst="line">
            <a:avLst/>
          </a:prstGeom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" name="Группа 1">
            <a:extLst>
              <a:ext uri="{FF2B5EF4-FFF2-40B4-BE49-F238E27FC236}">
                <a16:creationId xmlns:a16="http://schemas.microsoft.com/office/drawing/2014/main" id="{B1801698-7649-812F-881D-D9C642D8AA16}"/>
              </a:ext>
            </a:extLst>
          </p:cNvPr>
          <p:cNvGrpSpPr/>
          <p:nvPr/>
        </p:nvGrpSpPr>
        <p:grpSpPr>
          <a:xfrm>
            <a:off x="3008946" y="1747914"/>
            <a:ext cx="7421881" cy="5671860"/>
            <a:chOff x="541883" y="1948511"/>
            <a:chExt cx="3169505" cy="5292000"/>
          </a:xfrm>
        </p:grpSpPr>
        <p:sp>
          <p:nvSpPr>
            <p:cNvPr id="3" name="Прямоугольник: скругленные углы 1">
              <a:extLst>
                <a:ext uri="{FF2B5EF4-FFF2-40B4-BE49-F238E27FC236}">
                  <a16:creationId xmlns:a16="http://schemas.microsoft.com/office/drawing/2014/main" id="{6206902A-EC42-984C-A952-0172A72CC7A7}"/>
                </a:ext>
              </a:extLst>
            </p:cNvPr>
            <p:cNvSpPr/>
            <p:nvPr/>
          </p:nvSpPr>
          <p:spPr>
            <a:xfrm>
              <a:off x="541883" y="1948511"/>
              <a:ext cx="3169505" cy="5292000"/>
            </a:xfrm>
            <a:prstGeom prst="roundRect">
              <a:avLst>
                <a:gd name="adj" fmla="val 4809"/>
              </a:avLst>
            </a:prstGeom>
            <a:noFill/>
            <a:ln w="12700">
              <a:solidFill>
                <a:srgbClr val="FF2D6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/>
            </a:p>
          </p:txBody>
        </p:sp>
        <p:sp>
          <p:nvSpPr>
            <p:cNvPr id="4" name="Google Shape;175;p22">
              <a:extLst>
                <a:ext uri="{FF2B5EF4-FFF2-40B4-BE49-F238E27FC236}">
                  <a16:creationId xmlns:a16="http://schemas.microsoft.com/office/drawing/2014/main" id="{5BF594AA-6564-6B9F-ADFD-155C17F60567}"/>
                </a:ext>
              </a:extLst>
            </p:cNvPr>
            <p:cNvSpPr txBox="1"/>
            <p:nvPr/>
          </p:nvSpPr>
          <p:spPr>
            <a:xfrm>
              <a:off x="714732" y="6095745"/>
              <a:ext cx="2679718" cy="96596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r>
                <a:rPr lang="en-US" sz="16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ER-</a:t>
              </a:r>
              <a:r>
                <a:rPr lang="ru-RU" sz="16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диаграмма созданной базы данных</a:t>
              </a:r>
            </a:p>
          </p:txBody>
        </p:sp>
      </p:grp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4C7ABC97-39E0-BA28-3BF5-6C92E552715E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080" t="3823" r="1925" b="3232"/>
          <a:stretch/>
        </p:blipFill>
        <p:spPr>
          <a:xfrm>
            <a:off x="3563975" y="1788477"/>
            <a:ext cx="6311824" cy="44043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623982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5">
            <a:extLst>
              <a:ext uri="{FF2B5EF4-FFF2-40B4-BE49-F238E27FC236}">
                <a16:creationId xmlns:a16="http://schemas.microsoft.com/office/drawing/2014/main" id="{02865CEA-4C8A-8496-6D30-35AA38E5BECC}"/>
              </a:ext>
            </a:extLst>
          </p:cNvPr>
          <p:cNvSpPr>
            <a:spLocks/>
          </p:cNvSpPr>
          <p:nvPr/>
        </p:nvSpPr>
        <p:spPr bwMode="auto">
          <a:xfrm>
            <a:off x="10365461" y="1398169"/>
            <a:ext cx="3074314" cy="6021605"/>
          </a:xfrm>
          <a:custGeom>
            <a:avLst/>
            <a:gdLst>
              <a:gd name="T0" fmla="*/ 1549 w 1549"/>
              <a:gd name="T1" fmla="*/ 2031 h 3034"/>
              <a:gd name="T2" fmla="*/ 1049 w 1549"/>
              <a:gd name="T3" fmla="*/ 1517 h 3034"/>
              <a:gd name="T4" fmla="*/ 1549 w 1549"/>
              <a:gd name="T5" fmla="*/ 1003 h 3034"/>
              <a:gd name="T6" fmla="*/ 1549 w 1549"/>
              <a:gd name="T7" fmla="*/ 0 h 3034"/>
              <a:gd name="T8" fmla="*/ 0 w 1549"/>
              <a:gd name="T9" fmla="*/ 1517 h 3034"/>
              <a:gd name="T10" fmla="*/ 1549 w 1549"/>
              <a:gd name="T11" fmla="*/ 3034 h 3034"/>
              <a:gd name="T12" fmla="*/ 1549 w 1549"/>
              <a:gd name="T13" fmla="*/ 2031 h 303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549" h="3034">
                <a:moveTo>
                  <a:pt x="1549" y="2031"/>
                </a:moveTo>
                <a:lnTo>
                  <a:pt x="1049" y="1517"/>
                </a:lnTo>
                <a:lnTo>
                  <a:pt x="1549" y="1003"/>
                </a:lnTo>
                <a:lnTo>
                  <a:pt x="1549" y="0"/>
                </a:lnTo>
                <a:lnTo>
                  <a:pt x="0" y="1517"/>
                </a:lnTo>
                <a:lnTo>
                  <a:pt x="1549" y="3034"/>
                </a:lnTo>
                <a:lnTo>
                  <a:pt x="1549" y="2031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 w="6350"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>
          <a:xfrm>
            <a:off x="12917099" y="7237363"/>
            <a:ext cx="313974" cy="128845"/>
          </a:xfrm>
        </p:spPr>
        <p:txBody>
          <a:bodyPr/>
          <a:lstStyle/>
          <a:p>
            <a:fld id="{77D613D0-6E26-43FB-BD47-70B2F75E669A}" type="slidenum">
              <a:rPr lang="ru-RU" smtClean="0"/>
              <a:pPr/>
              <a:t>7</a:t>
            </a:fld>
            <a:endParaRPr lang="ru-RU" dirty="0"/>
          </a:p>
        </p:txBody>
      </p:sp>
      <p:sp>
        <p:nvSpPr>
          <p:cNvPr id="8" name="Заголовок 8">
            <a:extLst>
              <a:ext uri="{FF2B5EF4-FFF2-40B4-BE49-F238E27FC236}">
                <a16:creationId xmlns:a16="http://schemas.microsoft.com/office/drawing/2014/main" id="{B5D41CCB-F4F9-4CAC-9A70-CF227E1DA6BE}"/>
              </a:ext>
            </a:extLst>
          </p:cNvPr>
          <p:cNvSpPr txBox="1">
            <a:spLocks/>
          </p:cNvSpPr>
          <p:nvPr/>
        </p:nvSpPr>
        <p:spPr>
          <a:xfrm>
            <a:off x="482198" y="139901"/>
            <a:ext cx="10702925" cy="1522571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l" defTabSz="1007943" rtl="0" eaLnBrk="1" latinLnBrk="0" hangingPunct="1">
              <a:lnSpc>
                <a:spcPct val="68000"/>
              </a:lnSpc>
              <a:spcBef>
                <a:spcPct val="0"/>
              </a:spcBef>
              <a:buNone/>
              <a:defRPr lang="ru-RU" sz="7542" b="0" i="0" kern="0" spc="-220" dirty="0">
                <a:solidFill>
                  <a:srgbClr val="000000"/>
                </a:solidFill>
                <a:latin typeface="TT Norms Regular" pitchFamily="34" charset="0"/>
                <a:ea typeface="TT Norms Regular" pitchFamily="34" charset="-122"/>
                <a:cs typeface="TT Norms Regular" pitchFamily="34" charset="-120"/>
              </a:defRPr>
            </a:lvl1pPr>
          </a:lstStyle>
          <a:p>
            <a:r>
              <a:rPr lang="ru-RU" sz="6000" dirty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Сценарий</a:t>
            </a:r>
            <a:r>
              <a:rPr lang="ru-RU" sz="6000" dirty="0">
                <a:solidFill>
                  <a:srgbClr val="FF004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диалога</a:t>
            </a:r>
          </a:p>
        </p:txBody>
      </p:sp>
      <p:cxnSp>
        <p:nvCxnSpPr>
          <p:cNvPr id="10" name="Прямая соединительная линия 9">
            <a:extLst>
              <a:ext uri="{FF2B5EF4-FFF2-40B4-BE49-F238E27FC236}">
                <a16:creationId xmlns:a16="http://schemas.microsoft.com/office/drawing/2014/main" id="{4C22805C-7D63-43C8-BD51-F4ACB8BEAA31}"/>
              </a:ext>
            </a:extLst>
          </p:cNvPr>
          <p:cNvCxnSpPr>
            <a:cxnSpLocks/>
          </p:cNvCxnSpPr>
          <p:nvPr/>
        </p:nvCxnSpPr>
        <p:spPr>
          <a:xfrm flipH="1">
            <a:off x="6480313" y="1141554"/>
            <a:ext cx="6959462" cy="0"/>
          </a:xfrm>
          <a:prstGeom prst="line">
            <a:avLst/>
          </a:prstGeom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" name="Группа 1">
            <a:extLst>
              <a:ext uri="{FF2B5EF4-FFF2-40B4-BE49-F238E27FC236}">
                <a16:creationId xmlns:a16="http://schemas.microsoft.com/office/drawing/2014/main" id="{B1801698-7649-812F-881D-D9C642D8AA16}"/>
              </a:ext>
            </a:extLst>
          </p:cNvPr>
          <p:cNvGrpSpPr/>
          <p:nvPr/>
        </p:nvGrpSpPr>
        <p:grpSpPr>
          <a:xfrm>
            <a:off x="3008946" y="1747914"/>
            <a:ext cx="7421881" cy="5671860"/>
            <a:chOff x="541883" y="1948511"/>
            <a:chExt cx="3169505" cy="5292000"/>
          </a:xfrm>
        </p:grpSpPr>
        <p:sp>
          <p:nvSpPr>
            <p:cNvPr id="3" name="Прямоугольник: скругленные углы 1">
              <a:extLst>
                <a:ext uri="{FF2B5EF4-FFF2-40B4-BE49-F238E27FC236}">
                  <a16:creationId xmlns:a16="http://schemas.microsoft.com/office/drawing/2014/main" id="{6206902A-EC42-984C-A952-0172A72CC7A7}"/>
                </a:ext>
              </a:extLst>
            </p:cNvPr>
            <p:cNvSpPr/>
            <p:nvPr/>
          </p:nvSpPr>
          <p:spPr>
            <a:xfrm>
              <a:off x="541883" y="1948511"/>
              <a:ext cx="3169505" cy="5292000"/>
            </a:xfrm>
            <a:prstGeom prst="roundRect">
              <a:avLst>
                <a:gd name="adj" fmla="val 4809"/>
              </a:avLst>
            </a:prstGeom>
            <a:noFill/>
            <a:ln w="12700">
              <a:solidFill>
                <a:srgbClr val="FF2D6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/>
            </a:p>
          </p:txBody>
        </p:sp>
        <p:sp>
          <p:nvSpPr>
            <p:cNvPr id="4" name="Google Shape;175;p22">
              <a:extLst>
                <a:ext uri="{FF2B5EF4-FFF2-40B4-BE49-F238E27FC236}">
                  <a16:creationId xmlns:a16="http://schemas.microsoft.com/office/drawing/2014/main" id="{5BF594AA-6564-6B9F-ADFD-155C17F60567}"/>
                </a:ext>
              </a:extLst>
            </p:cNvPr>
            <p:cNvSpPr txBox="1"/>
            <p:nvPr/>
          </p:nvSpPr>
          <p:spPr>
            <a:xfrm>
              <a:off x="714732" y="6095745"/>
              <a:ext cx="2679718" cy="96596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r>
                <a:rPr lang="ru-RU" sz="1600" dirty="0">
                  <a:solidFill>
                    <a:schemeClr val="tx1">
                      <a:lumMod val="85000"/>
                      <a:lumOff val="15000"/>
                    </a:schemeClr>
                  </a:solidFill>
                  <a:cs typeface="Arial" panose="020B0604020202020204" pitchFamily="34" charset="0"/>
                </a:rPr>
                <a:t>Сценарий диалога информационной системы</a:t>
              </a:r>
            </a:p>
          </p:txBody>
        </p:sp>
      </p:grp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FC766444-6436-BB2C-1592-5B67CC4ABD2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22127" y="1835467"/>
            <a:ext cx="4795520" cy="435737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98500790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>
          <a:xfrm>
            <a:off x="12917099" y="7237363"/>
            <a:ext cx="313974" cy="128845"/>
          </a:xfrm>
        </p:spPr>
        <p:txBody>
          <a:bodyPr/>
          <a:lstStyle/>
          <a:p>
            <a:fld id="{77D613D0-6E26-43FB-BD47-70B2F75E669A}" type="slidenum">
              <a:rPr lang="ru-RU" smtClean="0"/>
              <a:pPr/>
              <a:t>8</a:t>
            </a:fld>
            <a:endParaRPr lang="ru-RU" dirty="0"/>
          </a:p>
        </p:txBody>
      </p:sp>
      <p:sp>
        <p:nvSpPr>
          <p:cNvPr id="8" name="Заголовок 8">
            <a:extLst>
              <a:ext uri="{FF2B5EF4-FFF2-40B4-BE49-F238E27FC236}">
                <a16:creationId xmlns:a16="http://schemas.microsoft.com/office/drawing/2014/main" id="{B5D41CCB-F4F9-4CAC-9A70-CF227E1DA6BE}"/>
              </a:ext>
            </a:extLst>
          </p:cNvPr>
          <p:cNvSpPr txBox="1">
            <a:spLocks/>
          </p:cNvSpPr>
          <p:nvPr/>
        </p:nvSpPr>
        <p:spPr>
          <a:xfrm>
            <a:off x="482198" y="139901"/>
            <a:ext cx="10702925" cy="1522571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l" defTabSz="1007943" rtl="0" eaLnBrk="1" latinLnBrk="0" hangingPunct="1">
              <a:lnSpc>
                <a:spcPct val="68000"/>
              </a:lnSpc>
              <a:spcBef>
                <a:spcPct val="0"/>
              </a:spcBef>
              <a:buNone/>
              <a:defRPr lang="ru-RU" sz="7542" b="0" i="0" kern="0" spc="-220" dirty="0">
                <a:solidFill>
                  <a:srgbClr val="000000"/>
                </a:solidFill>
                <a:latin typeface="TT Norms Regular" pitchFamily="34" charset="0"/>
                <a:ea typeface="TT Norms Regular" pitchFamily="34" charset="-122"/>
                <a:cs typeface="TT Norms Regular" pitchFamily="34" charset="-120"/>
              </a:defRPr>
            </a:lvl1pPr>
          </a:lstStyle>
          <a:p>
            <a:r>
              <a:rPr lang="ru-RU" sz="6000" dirty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Экранные формы </a:t>
            </a:r>
            <a:r>
              <a:rPr lang="ru-RU" sz="6000" dirty="0">
                <a:solidFill>
                  <a:srgbClr val="FF004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системы</a:t>
            </a:r>
          </a:p>
        </p:txBody>
      </p:sp>
      <p:cxnSp>
        <p:nvCxnSpPr>
          <p:cNvPr id="10" name="Прямая соединительная линия 9">
            <a:extLst>
              <a:ext uri="{FF2B5EF4-FFF2-40B4-BE49-F238E27FC236}">
                <a16:creationId xmlns:a16="http://schemas.microsoft.com/office/drawing/2014/main" id="{4C22805C-7D63-43C8-BD51-F4ACB8BEAA31}"/>
              </a:ext>
            </a:extLst>
          </p:cNvPr>
          <p:cNvCxnSpPr>
            <a:cxnSpLocks/>
          </p:cNvCxnSpPr>
          <p:nvPr/>
        </p:nvCxnSpPr>
        <p:spPr>
          <a:xfrm flipH="1">
            <a:off x="9137374" y="1148180"/>
            <a:ext cx="4302401" cy="0"/>
          </a:xfrm>
          <a:prstGeom prst="line">
            <a:avLst/>
          </a:prstGeom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" name="Группа 4">
            <a:extLst>
              <a:ext uri="{FF2B5EF4-FFF2-40B4-BE49-F238E27FC236}">
                <a16:creationId xmlns:a16="http://schemas.microsoft.com/office/drawing/2014/main" id="{4FF0946B-4FDC-4759-4E74-0A10473DAC84}"/>
              </a:ext>
            </a:extLst>
          </p:cNvPr>
          <p:cNvGrpSpPr/>
          <p:nvPr/>
        </p:nvGrpSpPr>
        <p:grpSpPr>
          <a:xfrm>
            <a:off x="6926009" y="1441612"/>
            <a:ext cx="5131716" cy="2895593"/>
            <a:chOff x="541883" y="1948511"/>
            <a:chExt cx="3169505" cy="5292000"/>
          </a:xfrm>
        </p:grpSpPr>
        <p:sp>
          <p:nvSpPr>
            <p:cNvPr id="7" name="Прямоугольник: скругленные углы 1">
              <a:extLst>
                <a:ext uri="{FF2B5EF4-FFF2-40B4-BE49-F238E27FC236}">
                  <a16:creationId xmlns:a16="http://schemas.microsoft.com/office/drawing/2014/main" id="{724FF6A9-76ED-9C36-884D-CC8E364A00EF}"/>
                </a:ext>
              </a:extLst>
            </p:cNvPr>
            <p:cNvSpPr/>
            <p:nvPr/>
          </p:nvSpPr>
          <p:spPr>
            <a:xfrm>
              <a:off x="541883" y="1948511"/>
              <a:ext cx="3169505" cy="5292000"/>
            </a:xfrm>
            <a:prstGeom prst="roundRect">
              <a:avLst>
                <a:gd name="adj" fmla="val 4809"/>
              </a:avLst>
            </a:prstGeom>
            <a:noFill/>
            <a:ln w="12700">
              <a:solidFill>
                <a:srgbClr val="FF2D6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endParaRPr>
            </a:p>
          </p:txBody>
        </p:sp>
        <p:sp>
          <p:nvSpPr>
            <p:cNvPr id="11" name="Google Shape;175;p22">
              <a:extLst>
                <a:ext uri="{FF2B5EF4-FFF2-40B4-BE49-F238E27FC236}">
                  <a16:creationId xmlns:a16="http://schemas.microsoft.com/office/drawing/2014/main" id="{91738697-3415-6519-4483-8504795E4FA8}"/>
                </a:ext>
              </a:extLst>
            </p:cNvPr>
            <p:cNvSpPr txBox="1"/>
            <p:nvPr/>
          </p:nvSpPr>
          <p:spPr>
            <a:xfrm>
              <a:off x="715665" y="6220775"/>
              <a:ext cx="2679718" cy="81699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r>
                <a:rPr lang="ru-RU" sz="16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Главное меню в информационной системе</a:t>
              </a:r>
            </a:p>
          </p:txBody>
        </p:sp>
      </p:grpSp>
      <p:grpSp>
        <p:nvGrpSpPr>
          <p:cNvPr id="12" name="Группа 11">
            <a:extLst>
              <a:ext uri="{FF2B5EF4-FFF2-40B4-BE49-F238E27FC236}">
                <a16:creationId xmlns:a16="http://schemas.microsoft.com/office/drawing/2014/main" id="{42CB7DF2-A315-DFAF-3514-3857D093097E}"/>
              </a:ext>
            </a:extLst>
          </p:cNvPr>
          <p:cNvGrpSpPr/>
          <p:nvPr/>
        </p:nvGrpSpPr>
        <p:grpSpPr>
          <a:xfrm>
            <a:off x="6926009" y="4455721"/>
            <a:ext cx="5131716" cy="2895593"/>
            <a:chOff x="541883" y="1948511"/>
            <a:chExt cx="3169505" cy="5292000"/>
          </a:xfrm>
        </p:grpSpPr>
        <p:sp>
          <p:nvSpPr>
            <p:cNvPr id="13" name="Прямоугольник: скругленные углы 1">
              <a:extLst>
                <a:ext uri="{FF2B5EF4-FFF2-40B4-BE49-F238E27FC236}">
                  <a16:creationId xmlns:a16="http://schemas.microsoft.com/office/drawing/2014/main" id="{8C612EFF-A1AE-BCB2-490A-91EFA1D97596}"/>
                </a:ext>
              </a:extLst>
            </p:cNvPr>
            <p:cNvSpPr/>
            <p:nvPr/>
          </p:nvSpPr>
          <p:spPr>
            <a:xfrm>
              <a:off x="541883" y="1948511"/>
              <a:ext cx="3169505" cy="5292000"/>
            </a:xfrm>
            <a:prstGeom prst="roundRect">
              <a:avLst>
                <a:gd name="adj" fmla="val 4809"/>
              </a:avLst>
            </a:prstGeom>
            <a:noFill/>
            <a:ln w="12700">
              <a:solidFill>
                <a:srgbClr val="FF2D6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endParaRPr>
            </a:p>
          </p:txBody>
        </p:sp>
        <p:sp>
          <p:nvSpPr>
            <p:cNvPr id="14" name="Google Shape;175;p22">
              <a:extLst>
                <a:ext uri="{FF2B5EF4-FFF2-40B4-BE49-F238E27FC236}">
                  <a16:creationId xmlns:a16="http://schemas.microsoft.com/office/drawing/2014/main" id="{79665F35-A16B-46B0-62E9-5E0274E3754A}"/>
                </a:ext>
              </a:extLst>
            </p:cNvPr>
            <p:cNvSpPr txBox="1"/>
            <p:nvPr/>
          </p:nvSpPr>
          <p:spPr>
            <a:xfrm>
              <a:off x="715665" y="6254282"/>
              <a:ext cx="2679718" cy="78348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r>
                <a:rPr lang="ru-RU" sz="16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Результаты собеседований в информационной системе</a:t>
              </a:r>
            </a:p>
          </p:txBody>
        </p:sp>
      </p:grpSp>
      <p:grpSp>
        <p:nvGrpSpPr>
          <p:cNvPr id="15" name="Группа 14">
            <a:extLst>
              <a:ext uri="{FF2B5EF4-FFF2-40B4-BE49-F238E27FC236}">
                <a16:creationId xmlns:a16="http://schemas.microsoft.com/office/drawing/2014/main" id="{8DEE9460-2C77-7709-F5F9-737285E7608D}"/>
              </a:ext>
            </a:extLst>
          </p:cNvPr>
          <p:cNvGrpSpPr/>
          <p:nvPr/>
        </p:nvGrpSpPr>
        <p:grpSpPr>
          <a:xfrm>
            <a:off x="1641893" y="1450796"/>
            <a:ext cx="5131716" cy="2895593"/>
            <a:chOff x="541883" y="1948511"/>
            <a:chExt cx="3169505" cy="5292000"/>
          </a:xfrm>
        </p:grpSpPr>
        <p:sp>
          <p:nvSpPr>
            <p:cNvPr id="16" name="Прямоугольник: скругленные углы 1">
              <a:extLst>
                <a:ext uri="{FF2B5EF4-FFF2-40B4-BE49-F238E27FC236}">
                  <a16:creationId xmlns:a16="http://schemas.microsoft.com/office/drawing/2014/main" id="{C0B853D7-72C6-AD8A-09D7-3033206F589D}"/>
                </a:ext>
              </a:extLst>
            </p:cNvPr>
            <p:cNvSpPr/>
            <p:nvPr/>
          </p:nvSpPr>
          <p:spPr>
            <a:xfrm>
              <a:off x="541883" y="1948511"/>
              <a:ext cx="3169505" cy="5292000"/>
            </a:xfrm>
            <a:prstGeom prst="roundRect">
              <a:avLst>
                <a:gd name="adj" fmla="val 4809"/>
              </a:avLst>
            </a:prstGeom>
            <a:noFill/>
            <a:ln w="12700">
              <a:solidFill>
                <a:srgbClr val="FF2D6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endParaRPr>
            </a:p>
          </p:txBody>
        </p:sp>
        <p:sp>
          <p:nvSpPr>
            <p:cNvPr id="17" name="Google Shape;175;p22">
              <a:extLst>
                <a:ext uri="{FF2B5EF4-FFF2-40B4-BE49-F238E27FC236}">
                  <a16:creationId xmlns:a16="http://schemas.microsoft.com/office/drawing/2014/main" id="{EB555F27-15A7-44EF-FE92-A526A573D9BE}"/>
                </a:ext>
              </a:extLst>
            </p:cNvPr>
            <p:cNvSpPr txBox="1"/>
            <p:nvPr/>
          </p:nvSpPr>
          <p:spPr>
            <a:xfrm>
              <a:off x="715665" y="6203990"/>
              <a:ext cx="2679718" cy="83377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r>
                <a:rPr lang="ru-RU" sz="16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Форма входа в информационной системе</a:t>
              </a:r>
            </a:p>
          </p:txBody>
        </p:sp>
      </p:grpSp>
      <p:grpSp>
        <p:nvGrpSpPr>
          <p:cNvPr id="18" name="Группа 17">
            <a:extLst>
              <a:ext uri="{FF2B5EF4-FFF2-40B4-BE49-F238E27FC236}">
                <a16:creationId xmlns:a16="http://schemas.microsoft.com/office/drawing/2014/main" id="{45953C84-C189-7A3A-2C5E-1275B9DB0692}"/>
              </a:ext>
            </a:extLst>
          </p:cNvPr>
          <p:cNvGrpSpPr/>
          <p:nvPr/>
        </p:nvGrpSpPr>
        <p:grpSpPr>
          <a:xfrm>
            <a:off x="1641893" y="4455721"/>
            <a:ext cx="5131716" cy="2895593"/>
            <a:chOff x="541883" y="1948511"/>
            <a:chExt cx="3169505" cy="5292000"/>
          </a:xfrm>
        </p:grpSpPr>
        <p:sp>
          <p:nvSpPr>
            <p:cNvPr id="19" name="Прямоугольник: скругленные углы 1">
              <a:extLst>
                <a:ext uri="{FF2B5EF4-FFF2-40B4-BE49-F238E27FC236}">
                  <a16:creationId xmlns:a16="http://schemas.microsoft.com/office/drawing/2014/main" id="{0641EE1E-F8ED-C0B5-7E7E-1BDE119F08AA}"/>
                </a:ext>
              </a:extLst>
            </p:cNvPr>
            <p:cNvSpPr/>
            <p:nvPr/>
          </p:nvSpPr>
          <p:spPr>
            <a:xfrm>
              <a:off x="541883" y="1948511"/>
              <a:ext cx="3169505" cy="5292000"/>
            </a:xfrm>
            <a:prstGeom prst="roundRect">
              <a:avLst>
                <a:gd name="adj" fmla="val 4809"/>
              </a:avLst>
            </a:prstGeom>
            <a:noFill/>
            <a:ln w="12700">
              <a:solidFill>
                <a:srgbClr val="FF2D6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endParaRPr>
            </a:p>
          </p:txBody>
        </p:sp>
        <p:sp>
          <p:nvSpPr>
            <p:cNvPr id="20" name="Google Shape;175;p22">
              <a:extLst>
                <a:ext uri="{FF2B5EF4-FFF2-40B4-BE49-F238E27FC236}">
                  <a16:creationId xmlns:a16="http://schemas.microsoft.com/office/drawing/2014/main" id="{53040344-AE95-AC76-9595-21DB35732DDF}"/>
                </a:ext>
              </a:extLst>
            </p:cNvPr>
            <p:cNvSpPr txBox="1"/>
            <p:nvPr/>
          </p:nvSpPr>
          <p:spPr>
            <a:xfrm>
              <a:off x="715665" y="6254282"/>
              <a:ext cx="2679718" cy="78348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r>
                <a:rPr lang="ru-RU" sz="16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Список отобранных кандидатов в информационной системе</a:t>
              </a:r>
            </a:p>
          </p:txBody>
        </p:sp>
      </p:grp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C3E8607B-2B36-88DC-82B3-A258325D23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12536" y="1549002"/>
            <a:ext cx="3990429" cy="2230240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C8A3E5FA-665A-F94C-F06B-172BB36AD7C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50624" y="4565622"/>
            <a:ext cx="4314252" cy="2192041"/>
          </a:xfrm>
          <a:prstGeom prst="rect">
            <a:avLst/>
          </a:prstGeom>
        </p:spPr>
      </p:pic>
      <p:pic>
        <p:nvPicPr>
          <p:cNvPr id="23" name="Рисунок 22">
            <a:extLst>
              <a:ext uri="{FF2B5EF4-FFF2-40B4-BE49-F238E27FC236}">
                <a16:creationId xmlns:a16="http://schemas.microsoft.com/office/drawing/2014/main" id="{120B00C3-BB35-0C52-8709-600ACAEDBE0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95231" y="4574313"/>
            <a:ext cx="3993271" cy="2174658"/>
          </a:xfrm>
          <a:prstGeom prst="rect">
            <a:avLst/>
          </a:prstGeom>
        </p:spPr>
      </p:pic>
      <p:pic>
        <p:nvPicPr>
          <p:cNvPr id="25" name="Рисунок 24">
            <a:extLst>
              <a:ext uri="{FF2B5EF4-FFF2-40B4-BE49-F238E27FC236}">
                <a16:creationId xmlns:a16="http://schemas.microsoft.com/office/drawing/2014/main" id="{7E925DA4-C143-8270-12FF-F22A1DC0486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18377" y="1557585"/>
            <a:ext cx="3946978" cy="22130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220898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>
          <a:xfrm>
            <a:off x="12917099" y="7237363"/>
            <a:ext cx="313974" cy="128845"/>
          </a:xfrm>
        </p:spPr>
        <p:txBody>
          <a:bodyPr/>
          <a:lstStyle/>
          <a:p>
            <a:fld id="{77D613D0-6E26-43FB-BD47-70B2F75E669A}" type="slidenum">
              <a:rPr lang="ru-RU" smtClean="0"/>
              <a:pPr/>
              <a:t>9</a:t>
            </a:fld>
            <a:endParaRPr lang="ru-RU" dirty="0"/>
          </a:p>
        </p:txBody>
      </p:sp>
      <p:sp>
        <p:nvSpPr>
          <p:cNvPr id="8" name="Заголовок 8">
            <a:extLst>
              <a:ext uri="{FF2B5EF4-FFF2-40B4-BE49-F238E27FC236}">
                <a16:creationId xmlns:a16="http://schemas.microsoft.com/office/drawing/2014/main" id="{B5D41CCB-F4F9-4CAC-9A70-CF227E1DA6BE}"/>
              </a:ext>
            </a:extLst>
          </p:cNvPr>
          <p:cNvSpPr txBox="1">
            <a:spLocks/>
          </p:cNvSpPr>
          <p:nvPr/>
        </p:nvSpPr>
        <p:spPr>
          <a:xfrm>
            <a:off x="482198" y="139901"/>
            <a:ext cx="10702925" cy="1522571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l" defTabSz="1007943" rtl="0" eaLnBrk="1" latinLnBrk="0" hangingPunct="1">
              <a:lnSpc>
                <a:spcPct val="68000"/>
              </a:lnSpc>
              <a:spcBef>
                <a:spcPct val="0"/>
              </a:spcBef>
              <a:buNone/>
              <a:defRPr lang="ru-RU" sz="7542" b="0" i="0" kern="0" spc="-220" dirty="0">
                <a:solidFill>
                  <a:srgbClr val="000000"/>
                </a:solidFill>
                <a:latin typeface="TT Norms Regular" pitchFamily="34" charset="0"/>
                <a:ea typeface="TT Norms Regular" pitchFamily="34" charset="-122"/>
                <a:cs typeface="TT Norms Regular" pitchFamily="34" charset="-120"/>
              </a:defRPr>
            </a:lvl1pPr>
          </a:lstStyle>
          <a:p>
            <a:r>
              <a:rPr lang="ru-RU" sz="6000" dirty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Экранные формы </a:t>
            </a:r>
            <a:r>
              <a:rPr lang="ru-RU" sz="6000" dirty="0">
                <a:solidFill>
                  <a:srgbClr val="FF004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системы</a:t>
            </a:r>
          </a:p>
        </p:txBody>
      </p:sp>
      <p:cxnSp>
        <p:nvCxnSpPr>
          <p:cNvPr id="10" name="Прямая соединительная линия 9">
            <a:extLst>
              <a:ext uri="{FF2B5EF4-FFF2-40B4-BE49-F238E27FC236}">
                <a16:creationId xmlns:a16="http://schemas.microsoft.com/office/drawing/2014/main" id="{4C22805C-7D63-43C8-BD51-F4ACB8BEAA31}"/>
              </a:ext>
            </a:extLst>
          </p:cNvPr>
          <p:cNvCxnSpPr>
            <a:cxnSpLocks/>
          </p:cNvCxnSpPr>
          <p:nvPr/>
        </p:nvCxnSpPr>
        <p:spPr>
          <a:xfrm flipH="1">
            <a:off x="9137374" y="1134928"/>
            <a:ext cx="4302401" cy="0"/>
          </a:xfrm>
          <a:prstGeom prst="line">
            <a:avLst/>
          </a:prstGeom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" name="Группа 4">
            <a:extLst>
              <a:ext uri="{FF2B5EF4-FFF2-40B4-BE49-F238E27FC236}">
                <a16:creationId xmlns:a16="http://schemas.microsoft.com/office/drawing/2014/main" id="{4FF0946B-4FDC-4759-4E74-0A10473DAC84}"/>
              </a:ext>
            </a:extLst>
          </p:cNvPr>
          <p:cNvGrpSpPr/>
          <p:nvPr/>
        </p:nvGrpSpPr>
        <p:grpSpPr>
          <a:xfrm>
            <a:off x="6926009" y="1441612"/>
            <a:ext cx="5131716" cy="2895593"/>
            <a:chOff x="541883" y="1948511"/>
            <a:chExt cx="3169505" cy="5292000"/>
          </a:xfrm>
        </p:grpSpPr>
        <p:sp>
          <p:nvSpPr>
            <p:cNvPr id="7" name="Прямоугольник: скругленные углы 1">
              <a:extLst>
                <a:ext uri="{FF2B5EF4-FFF2-40B4-BE49-F238E27FC236}">
                  <a16:creationId xmlns:a16="http://schemas.microsoft.com/office/drawing/2014/main" id="{724FF6A9-76ED-9C36-884D-CC8E364A00EF}"/>
                </a:ext>
              </a:extLst>
            </p:cNvPr>
            <p:cNvSpPr/>
            <p:nvPr/>
          </p:nvSpPr>
          <p:spPr>
            <a:xfrm>
              <a:off x="541883" y="1948511"/>
              <a:ext cx="3169505" cy="5292000"/>
            </a:xfrm>
            <a:prstGeom prst="roundRect">
              <a:avLst>
                <a:gd name="adj" fmla="val 4809"/>
              </a:avLst>
            </a:prstGeom>
            <a:noFill/>
            <a:ln w="12700">
              <a:solidFill>
                <a:srgbClr val="FF2D6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endParaRPr>
            </a:p>
          </p:txBody>
        </p:sp>
        <p:sp>
          <p:nvSpPr>
            <p:cNvPr id="11" name="Google Shape;175;p22">
              <a:extLst>
                <a:ext uri="{FF2B5EF4-FFF2-40B4-BE49-F238E27FC236}">
                  <a16:creationId xmlns:a16="http://schemas.microsoft.com/office/drawing/2014/main" id="{91738697-3415-6519-4483-8504795E4FA8}"/>
                </a:ext>
              </a:extLst>
            </p:cNvPr>
            <p:cNvSpPr txBox="1"/>
            <p:nvPr/>
          </p:nvSpPr>
          <p:spPr>
            <a:xfrm>
              <a:off x="715665" y="6220775"/>
              <a:ext cx="2679718" cy="81699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r>
                <a:rPr lang="ru-RU" sz="16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Решение о собеседовании в информационной системе</a:t>
              </a:r>
            </a:p>
          </p:txBody>
        </p:sp>
      </p:grpSp>
      <p:grpSp>
        <p:nvGrpSpPr>
          <p:cNvPr id="12" name="Группа 11">
            <a:extLst>
              <a:ext uri="{FF2B5EF4-FFF2-40B4-BE49-F238E27FC236}">
                <a16:creationId xmlns:a16="http://schemas.microsoft.com/office/drawing/2014/main" id="{42CB7DF2-A315-DFAF-3514-3857D093097E}"/>
              </a:ext>
            </a:extLst>
          </p:cNvPr>
          <p:cNvGrpSpPr/>
          <p:nvPr/>
        </p:nvGrpSpPr>
        <p:grpSpPr>
          <a:xfrm>
            <a:off x="6926009" y="4455721"/>
            <a:ext cx="5131716" cy="2895593"/>
            <a:chOff x="541883" y="1948511"/>
            <a:chExt cx="3169505" cy="5292000"/>
          </a:xfrm>
        </p:grpSpPr>
        <p:sp>
          <p:nvSpPr>
            <p:cNvPr id="13" name="Прямоугольник: скругленные углы 1">
              <a:extLst>
                <a:ext uri="{FF2B5EF4-FFF2-40B4-BE49-F238E27FC236}">
                  <a16:creationId xmlns:a16="http://schemas.microsoft.com/office/drawing/2014/main" id="{8C612EFF-A1AE-BCB2-490A-91EFA1D97596}"/>
                </a:ext>
              </a:extLst>
            </p:cNvPr>
            <p:cNvSpPr/>
            <p:nvPr/>
          </p:nvSpPr>
          <p:spPr>
            <a:xfrm>
              <a:off x="541883" y="1948511"/>
              <a:ext cx="3169505" cy="5292000"/>
            </a:xfrm>
            <a:prstGeom prst="roundRect">
              <a:avLst>
                <a:gd name="adj" fmla="val 4809"/>
              </a:avLst>
            </a:prstGeom>
            <a:noFill/>
            <a:ln w="12700">
              <a:solidFill>
                <a:srgbClr val="FF2D6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endParaRPr>
            </a:p>
          </p:txBody>
        </p:sp>
        <p:sp>
          <p:nvSpPr>
            <p:cNvPr id="14" name="Google Shape;175;p22">
              <a:extLst>
                <a:ext uri="{FF2B5EF4-FFF2-40B4-BE49-F238E27FC236}">
                  <a16:creationId xmlns:a16="http://schemas.microsoft.com/office/drawing/2014/main" id="{79665F35-A16B-46B0-62E9-5E0274E3754A}"/>
                </a:ext>
              </a:extLst>
            </p:cNvPr>
            <p:cNvSpPr txBox="1"/>
            <p:nvPr/>
          </p:nvSpPr>
          <p:spPr>
            <a:xfrm>
              <a:off x="715665" y="6254282"/>
              <a:ext cx="2679718" cy="78348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r>
                <a:rPr lang="ru-RU" sz="16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Печать трудового договора в информационной системе</a:t>
              </a:r>
            </a:p>
          </p:txBody>
        </p:sp>
      </p:grpSp>
      <p:grpSp>
        <p:nvGrpSpPr>
          <p:cNvPr id="15" name="Группа 14">
            <a:extLst>
              <a:ext uri="{FF2B5EF4-FFF2-40B4-BE49-F238E27FC236}">
                <a16:creationId xmlns:a16="http://schemas.microsoft.com/office/drawing/2014/main" id="{8DEE9460-2C77-7709-F5F9-737285E7608D}"/>
              </a:ext>
            </a:extLst>
          </p:cNvPr>
          <p:cNvGrpSpPr/>
          <p:nvPr/>
        </p:nvGrpSpPr>
        <p:grpSpPr>
          <a:xfrm>
            <a:off x="1641893" y="1450796"/>
            <a:ext cx="5131716" cy="2895593"/>
            <a:chOff x="541883" y="1948511"/>
            <a:chExt cx="3169505" cy="5292000"/>
          </a:xfrm>
        </p:grpSpPr>
        <p:sp>
          <p:nvSpPr>
            <p:cNvPr id="16" name="Прямоугольник: скругленные углы 1">
              <a:extLst>
                <a:ext uri="{FF2B5EF4-FFF2-40B4-BE49-F238E27FC236}">
                  <a16:creationId xmlns:a16="http://schemas.microsoft.com/office/drawing/2014/main" id="{C0B853D7-72C6-AD8A-09D7-3033206F589D}"/>
                </a:ext>
              </a:extLst>
            </p:cNvPr>
            <p:cNvSpPr/>
            <p:nvPr/>
          </p:nvSpPr>
          <p:spPr>
            <a:xfrm>
              <a:off x="541883" y="1948511"/>
              <a:ext cx="3169505" cy="5292000"/>
            </a:xfrm>
            <a:prstGeom prst="roundRect">
              <a:avLst>
                <a:gd name="adj" fmla="val 4809"/>
              </a:avLst>
            </a:prstGeom>
            <a:noFill/>
            <a:ln w="12700">
              <a:solidFill>
                <a:srgbClr val="FF2D6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endParaRPr>
            </a:p>
          </p:txBody>
        </p:sp>
        <p:sp>
          <p:nvSpPr>
            <p:cNvPr id="17" name="Google Shape;175;p22">
              <a:extLst>
                <a:ext uri="{FF2B5EF4-FFF2-40B4-BE49-F238E27FC236}">
                  <a16:creationId xmlns:a16="http://schemas.microsoft.com/office/drawing/2014/main" id="{EB555F27-15A7-44EF-FE92-A526A573D9BE}"/>
                </a:ext>
              </a:extLst>
            </p:cNvPr>
            <p:cNvSpPr txBox="1"/>
            <p:nvPr/>
          </p:nvSpPr>
          <p:spPr>
            <a:xfrm>
              <a:off x="715665" y="6203990"/>
              <a:ext cx="2679718" cy="83377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r>
                <a:rPr lang="ru-RU" sz="16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Резюме кандидата в информационной системе</a:t>
              </a:r>
            </a:p>
          </p:txBody>
        </p:sp>
      </p:grpSp>
      <p:grpSp>
        <p:nvGrpSpPr>
          <p:cNvPr id="18" name="Группа 17">
            <a:extLst>
              <a:ext uri="{FF2B5EF4-FFF2-40B4-BE49-F238E27FC236}">
                <a16:creationId xmlns:a16="http://schemas.microsoft.com/office/drawing/2014/main" id="{45953C84-C189-7A3A-2C5E-1275B9DB0692}"/>
              </a:ext>
            </a:extLst>
          </p:cNvPr>
          <p:cNvGrpSpPr/>
          <p:nvPr/>
        </p:nvGrpSpPr>
        <p:grpSpPr>
          <a:xfrm>
            <a:off x="1641893" y="4455721"/>
            <a:ext cx="5131716" cy="2895593"/>
            <a:chOff x="541883" y="1948511"/>
            <a:chExt cx="3169505" cy="5292000"/>
          </a:xfrm>
        </p:grpSpPr>
        <p:sp>
          <p:nvSpPr>
            <p:cNvPr id="19" name="Прямоугольник: скругленные углы 1">
              <a:extLst>
                <a:ext uri="{FF2B5EF4-FFF2-40B4-BE49-F238E27FC236}">
                  <a16:creationId xmlns:a16="http://schemas.microsoft.com/office/drawing/2014/main" id="{0641EE1E-F8ED-C0B5-7E7E-1BDE119F08AA}"/>
                </a:ext>
              </a:extLst>
            </p:cNvPr>
            <p:cNvSpPr/>
            <p:nvPr/>
          </p:nvSpPr>
          <p:spPr>
            <a:xfrm>
              <a:off x="541883" y="1948511"/>
              <a:ext cx="3169505" cy="5292000"/>
            </a:xfrm>
            <a:prstGeom prst="roundRect">
              <a:avLst>
                <a:gd name="adj" fmla="val 4809"/>
              </a:avLst>
            </a:prstGeom>
            <a:noFill/>
            <a:ln w="12700">
              <a:solidFill>
                <a:srgbClr val="FF2D6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endParaRPr>
            </a:p>
          </p:txBody>
        </p:sp>
        <p:sp>
          <p:nvSpPr>
            <p:cNvPr id="20" name="Google Shape;175;p22">
              <a:extLst>
                <a:ext uri="{FF2B5EF4-FFF2-40B4-BE49-F238E27FC236}">
                  <a16:creationId xmlns:a16="http://schemas.microsoft.com/office/drawing/2014/main" id="{53040344-AE95-AC76-9595-21DB35732DDF}"/>
                </a:ext>
              </a:extLst>
            </p:cNvPr>
            <p:cNvSpPr txBox="1"/>
            <p:nvPr/>
          </p:nvSpPr>
          <p:spPr>
            <a:xfrm>
              <a:off x="715665" y="6254282"/>
              <a:ext cx="2679718" cy="78348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r>
                <a:rPr lang="ru-RU" sz="16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Прохождение собеседования в информационной системе</a:t>
              </a:r>
            </a:p>
          </p:txBody>
        </p:sp>
      </p:grpSp>
      <p:pic>
        <p:nvPicPr>
          <p:cNvPr id="22" name="Рисунок 21">
            <a:extLst>
              <a:ext uri="{FF2B5EF4-FFF2-40B4-BE49-F238E27FC236}">
                <a16:creationId xmlns:a16="http://schemas.microsoft.com/office/drawing/2014/main" id="{9046F71D-1B5B-C976-C9F3-6CAB5647EC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47339" y="1508218"/>
            <a:ext cx="3520823" cy="2271327"/>
          </a:xfrm>
          <a:prstGeom prst="rect">
            <a:avLst/>
          </a:prstGeom>
        </p:spPr>
      </p:pic>
      <p:pic>
        <p:nvPicPr>
          <p:cNvPr id="26" name="Рисунок 25">
            <a:extLst>
              <a:ext uri="{FF2B5EF4-FFF2-40B4-BE49-F238E27FC236}">
                <a16:creationId xmlns:a16="http://schemas.microsoft.com/office/drawing/2014/main" id="{F0046A34-8205-7321-7004-A8D58668C81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93835" y="1508218"/>
            <a:ext cx="3796064" cy="2188049"/>
          </a:xfrm>
          <a:prstGeom prst="rect">
            <a:avLst/>
          </a:prstGeom>
        </p:spPr>
      </p:pic>
      <p:pic>
        <p:nvPicPr>
          <p:cNvPr id="28" name="Рисунок 27">
            <a:extLst>
              <a:ext uri="{FF2B5EF4-FFF2-40B4-BE49-F238E27FC236}">
                <a16:creationId xmlns:a16="http://schemas.microsoft.com/office/drawing/2014/main" id="{2C228CB1-C1A7-01A5-76DB-CBAF198BC8C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04972" y="4517523"/>
            <a:ext cx="2751865" cy="2183229"/>
          </a:xfrm>
          <a:prstGeom prst="rect">
            <a:avLst/>
          </a:prstGeom>
        </p:spPr>
      </p:pic>
      <p:pic>
        <p:nvPicPr>
          <p:cNvPr id="30" name="Рисунок 29">
            <a:extLst>
              <a:ext uri="{FF2B5EF4-FFF2-40B4-BE49-F238E27FC236}">
                <a16:creationId xmlns:a16="http://schemas.microsoft.com/office/drawing/2014/main" id="{DB823716-BE27-F247-0B52-692BC7BA230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289932" y="4517522"/>
            <a:ext cx="3776703" cy="21832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166216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>
          <a:xfrm>
            <a:off x="12917099" y="7237363"/>
            <a:ext cx="313974" cy="128845"/>
          </a:xfrm>
        </p:spPr>
        <p:txBody>
          <a:bodyPr/>
          <a:lstStyle/>
          <a:p>
            <a:fld id="{77D613D0-6E26-43FB-BD47-70B2F75E669A}" type="slidenum">
              <a:rPr lang="ru-RU" smtClean="0"/>
              <a:pPr/>
              <a:t>10</a:t>
            </a:fld>
            <a:endParaRPr lang="ru-RU" dirty="0"/>
          </a:p>
        </p:txBody>
      </p:sp>
      <p:sp>
        <p:nvSpPr>
          <p:cNvPr id="8" name="Заголовок 8">
            <a:extLst>
              <a:ext uri="{FF2B5EF4-FFF2-40B4-BE49-F238E27FC236}">
                <a16:creationId xmlns:a16="http://schemas.microsoft.com/office/drawing/2014/main" id="{B5D41CCB-F4F9-4CAC-9A70-CF227E1DA6BE}"/>
              </a:ext>
            </a:extLst>
          </p:cNvPr>
          <p:cNvSpPr txBox="1">
            <a:spLocks/>
          </p:cNvSpPr>
          <p:nvPr/>
        </p:nvSpPr>
        <p:spPr>
          <a:xfrm>
            <a:off x="482198" y="139901"/>
            <a:ext cx="10702925" cy="1522571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l" defTabSz="1007943" rtl="0" eaLnBrk="1" latinLnBrk="0" hangingPunct="1">
              <a:lnSpc>
                <a:spcPct val="68000"/>
              </a:lnSpc>
              <a:spcBef>
                <a:spcPct val="0"/>
              </a:spcBef>
              <a:buNone/>
              <a:defRPr lang="ru-RU" sz="7542" b="0" i="0" kern="0" spc="-220" dirty="0">
                <a:solidFill>
                  <a:srgbClr val="000000"/>
                </a:solidFill>
                <a:latin typeface="TT Norms Regular" pitchFamily="34" charset="0"/>
                <a:ea typeface="TT Norms Regular" pitchFamily="34" charset="-122"/>
                <a:cs typeface="TT Norms Regular" pitchFamily="34" charset="-120"/>
              </a:defRPr>
            </a:lvl1pPr>
          </a:lstStyle>
          <a:p>
            <a:r>
              <a:rPr lang="ru-RU" sz="6000" dirty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Блок-схема</a:t>
            </a:r>
            <a:r>
              <a:rPr lang="ru-RU" sz="6000" dirty="0">
                <a:solidFill>
                  <a:srgbClr val="FF004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основного модуля</a:t>
            </a:r>
          </a:p>
        </p:txBody>
      </p:sp>
      <p:cxnSp>
        <p:nvCxnSpPr>
          <p:cNvPr id="10" name="Прямая соединительная линия 9">
            <a:extLst>
              <a:ext uri="{FF2B5EF4-FFF2-40B4-BE49-F238E27FC236}">
                <a16:creationId xmlns:a16="http://schemas.microsoft.com/office/drawing/2014/main" id="{4C22805C-7D63-43C8-BD51-F4ACB8BEAA31}"/>
              </a:ext>
            </a:extLst>
          </p:cNvPr>
          <p:cNvCxnSpPr>
            <a:cxnSpLocks/>
          </p:cNvCxnSpPr>
          <p:nvPr/>
        </p:nvCxnSpPr>
        <p:spPr>
          <a:xfrm flipH="1">
            <a:off x="10323443" y="1110288"/>
            <a:ext cx="3116332" cy="0"/>
          </a:xfrm>
          <a:prstGeom prst="line">
            <a:avLst/>
          </a:prstGeom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" name="Группа 1">
            <a:extLst>
              <a:ext uri="{FF2B5EF4-FFF2-40B4-BE49-F238E27FC236}">
                <a16:creationId xmlns:a16="http://schemas.microsoft.com/office/drawing/2014/main" id="{B1801698-7649-812F-881D-D9C642D8AA16}"/>
              </a:ext>
            </a:extLst>
          </p:cNvPr>
          <p:cNvGrpSpPr/>
          <p:nvPr/>
        </p:nvGrpSpPr>
        <p:grpSpPr>
          <a:xfrm>
            <a:off x="4456032" y="1551766"/>
            <a:ext cx="4527710" cy="5880532"/>
            <a:chOff x="541883" y="1948511"/>
            <a:chExt cx="3169505" cy="5292000"/>
          </a:xfrm>
        </p:grpSpPr>
        <p:sp>
          <p:nvSpPr>
            <p:cNvPr id="3" name="Прямоугольник: скругленные углы 1">
              <a:extLst>
                <a:ext uri="{FF2B5EF4-FFF2-40B4-BE49-F238E27FC236}">
                  <a16:creationId xmlns:a16="http://schemas.microsoft.com/office/drawing/2014/main" id="{6206902A-EC42-984C-A952-0172A72CC7A7}"/>
                </a:ext>
              </a:extLst>
            </p:cNvPr>
            <p:cNvSpPr/>
            <p:nvPr/>
          </p:nvSpPr>
          <p:spPr>
            <a:xfrm>
              <a:off x="541883" y="1948511"/>
              <a:ext cx="3169505" cy="5292000"/>
            </a:xfrm>
            <a:prstGeom prst="roundRect">
              <a:avLst>
                <a:gd name="adj" fmla="val 4809"/>
              </a:avLst>
            </a:prstGeom>
            <a:noFill/>
            <a:ln w="12700">
              <a:solidFill>
                <a:srgbClr val="FF2D6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/>
            </a:p>
          </p:txBody>
        </p:sp>
        <p:sp>
          <p:nvSpPr>
            <p:cNvPr id="4" name="Google Shape;175;p22">
              <a:extLst>
                <a:ext uri="{FF2B5EF4-FFF2-40B4-BE49-F238E27FC236}">
                  <a16:creationId xmlns:a16="http://schemas.microsoft.com/office/drawing/2014/main" id="{5BF594AA-6564-6B9F-ADFD-155C17F60567}"/>
                </a:ext>
              </a:extLst>
            </p:cNvPr>
            <p:cNvSpPr txBox="1"/>
            <p:nvPr/>
          </p:nvSpPr>
          <p:spPr>
            <a:xfrm>
              <a:off x="728348" y="6399174"/>
              <a:ext cx="1555814" cy="66591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r>
                <a:rPr lang="ru-RU" sz="16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Блок-схема основного модуля</a:t>
              </a:r>
            </a:p>
          </p:txBody>
        </p:sp>
      </p:grp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C6DB6602-7D8C-E243-874C-B36BCC46D8B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16200" y="1662472"/>
            <a:ext cx="1788795" cy="565912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46236758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Прямая соединительная линия 7">
            <a:extLst>
              <a:ext uri="{FF2B5EF4-FFF2-40B4-BE49-F238E27FC236}">
                <a16:creationId xmlns:a16="http://schemas.microsoft.com/office/drawing/2014/main" id="{4C22805C-7D63-43C8-BD51-F4ACB8BEAA31}"/>
              </a:ext>
            </a:extLst>
          </p:cNvPr>
          <p:cNvCxnSpPr>
            <a:cxnSpLocks/>
          </p:cNvCxnSpPr>
          <p:nvPr/>
        </p:nvCxnSpPr>
        <p:spPr>
          <a:xfrm flipH="1">
            <a:off x="8817924" y="1110492"/>
            <a:ext cx="4621851" cy="0"/>
          </a:xfrm>
          <a:prstGeom prst="line">
            <a:avLst/>
          </a:prstGeom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Заголовок 8">
            <a:extLst>
              <a:ext uri="{FF2B5EF4-FFF2-40B4-BE49-F238E27FC236}">
                <a16:creationId xmlns:a16="http://schemas.microsoft.com/office/drawing/2014/main" id="{B5D41CCB-F4F9-4CAC-9A70-CF227E1DA6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3258" y="236754"/>
            <a:ext cx="8178155" cy="1289343"/>
          </a:xfrm>
        </p:spPr>
        <p:txBody>
          <a:bodyPr>
            <a:normAutofit fontScale="90000"/>
          </a:bodyPr>
          <a:lstStyle/>
          <a:p>
            <a:pPr>
              <a:lnSpc>
                <a:spcPct val="68000"/>
              </a:lnSpc>
            </a:pPr>
            <a:r>
              <a:rPr lang="ru-RU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Слайд </a:t>
            </a:r>
            <a:r>
              <a:rPr lang="ru-RU" dirty="0">
                <a:solidFill>
                  <a:srgbClr val="FF004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с диаграммами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7D613D0-6E26-43FB-BD47-70B2F75E669A}" type="slidenum">
              <a:rPr lang="ru-RU" sz="700" spc="-44">
                <a:latin typeface="TT Norms Regular"/>
              </a:rPr>
              <a:pPr>
                <a:defRPr/>
              </a:pPr>
              <a:t>11</a:t>
            </a:fld>
            <a:endParaRPr lang="ru-RU" sz="700" spc="-44">
              <a:latin typeface="TT Norms Regular"/>
            </a:endParaRPr>
          </a:p>
        </p:txBody>
      </p:sp>
      <p:cxnSp>
        <p:nvCxnSpPr>
          <p:cNvPr id="33" name="Прямая со стрелкой 32"/>
          <p:cNvCxnSpPr/>
          <p:nvPr/>
        </p:nvCxnSpPr>
        <p:spPr>
          <a:xfrm flipH="1" flipV="1">
            <a:off x="-2427006" y="3729636"/>
            <a:ext cx="216332" cy="236544"/>
          </a:xfrm>
          <a:prstGeom prst="straightConnector1">
            <a:avLst/>
          </a:prstGeom>
          <a:ln>
            <a:solidFill>
              <a:srgbClr val="FF004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6" name="Полилиния: фигура 196">
            <a:extLst>
              <a:ext uri="{FF2B5EF4-FFF2-40B4-BE49-F238E27FC236}">
                <a16:creationId xmlns:a16="http://schemas.microsoft.com/office/drawing/2014/main" id="{B21298A2-1D83-4642-B99A-CED71445389D}"/>
              </a:ext>
            </a:extLst>
          </p:cNvPr>
          <p:cNvSpPr/>
          <p:nvPr/>
        </p:nvSpPr>
        <p:spPr>
          <a:xfrm>
            <a:off x="1638801" y="2863096"/>
            <a:ext cx="4572000" cy="302958"/>
          </a:xfrm>
          <a:custGeom>
            <a:avLst/>
            <a:gdLst>
              <a:gd name="connsiteX0" fmla="*/ 2047 w 1727643"/>
              <a:gd name="connsiteY0" fmla="*/ 2054 h 0"/>
              <a:gd name="connsiteX1" fmla="*/ 1729691 w 1727643"/>
              <a:gd name="connsiteY1" fmla="*/ 2054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727643">
                <a:moveTo>
                  <a:pt x="2047" y="2054"/>
                </a:moveTo>
                <a:lnTo>
                  <a:pt x="1729691" y="2054"/>
                </a:lnTo>
              </a:path>
            </a:pathLst>
          </a:custGeom>
          <a:ln w="4696" cap="flat">
            <a:solidFill>
              <a:srgbClr val="707C8B"/>
            </a:solidFill>
            <a:prstDash val="solid"/>
            <a:miter/>
          </a:ln>
        </p:spPr>
        <p:txBody>
          <a:bodyPr rtlCol="0" anchor="ctr"/>
          <a:lstStyle/>
          <a:p>
            <a:pPr>
              <a:defRPr/>
            </a:pPr>
            <a:endParaRPr lang="ru-RU" sz="4000">
              <a:solidFill>
                <a:prstClr val="black"/>
              </a:solidFill>
              <a:latin typeface="TT Norms Regular"/>
            </a:endParaRPr>
          </a:p>
        </p:txBody>
      </p:sp>
      <p:sp>
        <p:nvSpPr>
          <p:cNvPr id="108" name="Полилиния: фигура 208">
            <a:extLst>
              <a:ext uri="{FF2B5EF4-FFF2-40B4-BE49-F238E27FC236}">
                <a16:creationId xmlns:a16="http://schemas.microsoft.com/office/drawing/2014/main" id="{5D666AFA-4F24-484C-8CC1-1A84F4ED03CE}"/>
              </a:ext>
            </a:extLst>
          </p:cNvPr>
          <p:cNvSpPr/>
          <p:nvPr/>
        </p:nvSpPr>
        <p:spPr>
          <a:xfrm flipV="1">
            <a:off x="7291387" y="2799015"/>
            <a:ext cx="4571999" cy="64081"/>
          </a:xfrm>
          <a:custGeom>
            <a:avLst/>
            <a:gdLst>
              <a:gd name="connsiteX0" fmla="*/ 2047 w 1727643"/>
              <a:gd name="connsiteY0" fmla="*/ 2054 h 0"/>
              <a:gd name="connsiteX1" fmla="*/ 1729691 w 1727643"/>
              <a:gd name="connsiteY1" fmla="*/ 2054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727643">
                <a:moveTo>
                  <a:pt x="2047" y="2054"/>
                </a:moveTo>
                <a:lnTo>
                  <a:pt x="1729691" y="2054"/>
                </a:lnTo>
              </a:path>
            </a:pathLst>
          </a:custGeom>
          <a:ln w="4696" cap="flat">
            <a:solidFill>
              <a:srgbClr val="707C8B"/>
            </a:solidFill>
            <a:prstDash val="solid"/>
            <a:miter/>
          </a:ln>
        </p:spPr>
        <p:txBody>
          <a:bodyPr rtlCol="0" anchor="ctr"/>
          <a:lstStyle/>
          <a:p>
            <a:pPr>
              <a:defRPr/>
            </a:pPr>
            <a:endParaRPr lang="ru-RU" sz="4000">
              <a:solidFill>
                <a:prstClr val="black"/>
              </a:solidFill>
              <a:latin typeface="TT Norms Regular"/>
            </a:endParaRPr>
          </a:p>
        </p:txBody>
      </p:sp>
      <p:sp>
        <p:nvSpPr>
          <p:cNvPr id="130" name="Text 129"/>
          <p:cNvSpPr/>
          <p:nvPr/>
        </p:nvSpPr>
        <p:spPr>
          <a:xfrm>
            <a:off x="7291386" y="2464713"/>
            <a:ext cx="4424363" cy="302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ts val="1250"/>
              </a:lnSpc>
              <a:defRPr/>
            </a:pPr>
            <a:r>
              <a:rPr lang="ru-RU" sz="1400" dirty="0">
                <a:solidFill>
                  <a:srgbClr val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Диаграмма 2 (Сопоставление стоимостных затрат)</a:t>
            </a:r>
            <a:endParaRPr lang="en-US" sz="1400" dirty="0">
              <a:solidFill>
                <a:srgbClr val="000000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31" name="Text 129"/>
          <p:cNvSpPr/>
          <p:nvPr/>
        </p:nvSpPr>
        <p:spPr>
          <a:xfrm>
            <a:off x="1638801" y="2467629"/>
            <a:ext cx="4333374" cy="302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ts val="1250"/>
              </a:lnSpc>
              <a:defRPr/>
            </a:pPr>
            <a:r>
              <a:rPr lang="ru-RU" sz="1400" dirty="0">
                <a:solidFill>
                  <a:srgbClr val="000000"/>
                </a:solidFill>
                <a:latin typeface="Tahoma" panose="020B0604030504040204" pitchFamily="34" charset="0"/>
                <a:ea typeface="TT Norms Pro Medium" pitchFamily="34" charset="-122"/>
                <a:cs typeface="Tahoma" panose="020B0604030504040204" pitchFamily="34" charset="0"/>
              </a:rPr>
              <a:t>Диаграмма 1 (Сопоставление трудовых затрат)</a:t>
            </a:r>
            <a:endParaRPr lang="en-US" sz="1400" dirty="0">
              <a:solidFill>
                <a:srgbClr val="000000"/>
              </a:solidFill>
              <a:latin typeface="TT Norms Pro Medium" pitchFamily="34" charset="0"/>
              <a:ea typeface="TT Norms Pro Medium" pitchFamily="34" charset="-122"/>
              <a:cs typeface="Tahoma" panose="020B0604030504040204" pitchFamily="34" charset="0"/>
            </a:endParaRPr>
          </a:p>
        </p:txBody>
      </p:sp>
      <p:graphicFrame>
        <p:nvGraphicFramePr>
          <p:cNvPr id="2" name="Диаграмма 1">
            <a:extLst>
              <a:ext uri="{FF2B5EF4-FFF2-40B4-BE49-F238E27FC236}">
                <a16:creationId xmlns:a16="http://schemas.microsoft.com/office/drawing/2014/main" id="{2A09E239-5A4C-0A3B-B679-BC3E01C1E35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997219814"/>
              </p:ext>
            </p:extLst>
          </p:nvPr>
        </p:nvGraphicFramePr>
        <p:xfrm>
          <a:off x="1638801" y="2880317"/>
          <a:ext cx="457200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5" name="Диаграмма 4">
            <a:extLst>
              <a:ext uri="{FF2B5EF4-FFF2-40B4-BE49-F238E27FC236}">
                <a16:creationId xmlns:a16="http://schemas.microsoft.com/office/drawing/2014/main" id="{5C762D23-5D98-2815-76FF-712A097C2DF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13183233"/>
              </p:ext>
            </p:extLst>
          </p:nvPr>
        </p:nvGraphicFramePr>
        <p:xfrm>
          <a:off x="7291386" y="2880317"/>
          <a:ext cx="457200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22616122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" name="Прямая соединительная линия 11">
            <a:extLst>
              <a:ext uri="{FF2B5EF4-FFF2-40B4-BE49-F238E27FC236}">
                <a16:creationId xmlns:a16="http://schemas.microsoft.com/office/drawing/2014/main" id="{2F1AF64E-8F75-42AA-8383-426D976824EB}"/>
              </a:ext>
            </a:extLst>
          </p:cNvPr>
          <p:cNvCxnSpPr>
            <a:cxnSpLocks/>
          </p:cNvCxnSpPr>
          <p:nvPr/>
        </p:nvCxnSpPr>
        <p:spPr>
          <a:xfrm>
            <a:off x="744193" y="6170068"/>
            <a:ext cx="12695582" cy="0"/>
          </a:xfrm>
          <a:prstGeom prst="line">
            <a:avLst/>
          </a:prstGeom>
          <a:ln w="28575">
            <a:solidFill>
              <a:srgbClr val="FF004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 0"/>
          <p:cNvSpPr/>
          <p:nvPr/>
        </p:nvSpPr>
        <p:spPr>
          <a:xfrm>
            <a:off x="675252" y="4139948"/>
            <a:ext cx="7759564" cy="18361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80000"/>
              </a:lnSpc>
            </a:pPr>
            <a:r>
              <a:rPr lang="ru-RU" sz="7000" kern="0" spc="-300" dirty="0">
                <a:latin typeface="TT Norms Regular" pitchFamily="34" charset="0"/>
                <a:ea typeface="TT Norms Regular" pitchFamily="34" charset="-122"/>
                <a:cs typeface="TT Norms Regular" pitchFamily="34" charset="-120"/>
              </a:rPr>
              <a:t> </a:t>
            </a:r>
          </a:p>
          <a:p>
            <a:pPr>
              <a:lnSpc>
                <a:spcPct val="80000"/>
              </a:lnSpc>
            </a:pPr>
            <a:r>
              <a:rPr lang="ru-RU" sz="7000" kern="0" spc="-300" dirty="0">
                <a:solidFill>
                  <a:srgbClr val="FF004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Вопросы</a:t>
            </a:r>
          </a:p>
        </p:txBody>
      </p:sp>
      <p:pic>
        <p:nvPicPr>
          <p:cNvPr id="10" name="Image 4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731494" y="6502398"/>
            <a:ext cx="363457" cy="363513"/>
          </a:xfrm>
          <a:prstGeom prst="rect">
            <a:avLst/>
          </a:prstGeom>
        </p:spPr>
      </p:pic>
      <p:sp>
        <p:nvSpPr>
          <p:cNvPr id="11" name="Freeform 5">
            <a:extLst>
              <a:ext uri="{FF2B5EF4-FFF2-40B4-BE49-F238E27FC236}">
                <a16:creationId xmlns:a16="http://schemas.microsoft.com/office/drawing/2014/main" id="{ACE4B178-0BDF-49B9-93C7-50175F2D1893}"/>
              </a:ext>
            </a:extLst>
          </p:cNvPr>
          <p:cNvSpPr>
            <a:spLocks/>
          </p:cNvSpPr>
          <p:nvPr/>
        </p:nvSpPr>
        <p:spPr bwMode="auto">
          <a:xfrm>
            <a:off x="8434815" y="-1049654"/>
            <a:ext cx="5004960" cy="9803130"/>
          </a:xfrm>
          <a:custGeom>
            <a:avLst/>
            <a:gdLst>
              <a:gd name="T0" fmla="*/ 1549 w 1549"/>
              <a:gd name="T1" fmla="*/ 2031 h 3034"/>
              <a:gd name="T2" fmla="*/ 1049 w 1549"/>
              <a:gd name="T3" fmla="*/ 1517 h 3034"/>
              <a:gd name="T4" fmla="*/ 1549 w 1549"/>
              <a:gd name="T5" fmla="*/ 1003 h 3034"/>
              <a:gd name="T6" fmla="*/ 1549 w 1549"/>
              <a:gd name="T7" fmla="*/ 0 h 3034"/>
              <a:gd name="T8" fmla="*/ 0 w 1549"/>
              <a:gd name="T9" fmla="*/ 1517 h 3034"/>
              <a:gd name="T10" fmla="*/ 1549 w 1549"/>
              <a:gd name="T11" fmla="*/ 3034 h 3034"/>
              <a:gd name="T12" fmla="*/ 1549 w 1549"/>
              <a:gd name="T13" fmla="*/ 2031 h 303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549" h="3034">
                <a:moveTo>
                  <a:pt x="1549" y="2031"/>
                </a:moveTo>
                <a:lnTo>
                  <a:pt x="1049" y="1517"/>
                </a:lnTo>
                <a:lnTo>
                  <a:pt x="1549" y="1003"/>
                </a:lnTo>
                <a:lnTo>
                  <a:pt x="1549" y="0"/>
                </a:lnTo>
                <a:lnTo>
                  <a:pt x="0" y="1517"/>
                </a:lnTo>
                <a:lnTo>
                  <a:pt x="1549" y="3034"/>
                </a:lnTo>
                <a:lnTo>
                  <a:pt x="1549" y="2031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 w="6350"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pic>
        <p:nvPicPr>
          <p:cNvPr id="9" name="Рисунок 8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5399" y="477896"/>
            <a:ext cx="2870348" cy="2984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296733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Тема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Другая 1">
      <a:majorFont>
        <a:latin typeface="TT Norms Medium"/>
        <a:ea typeface=""/>
        <a:cs typeface=""/>
      </a:majorFont>
      <a:minorFont>
        <a:latin typeface="TT Norms Regular"/>
        <a:ea typeface=""/>
        <a:cs typeface=""/>
      </a:minorFont>
    </a:fontScheme>
    <a:fmtScheme name="Тема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8163</TotalTime>
  <Words>211</Words>
  <Application>Microsoft Office PowerPoint</Application>
  <PresentationFormat>Произвольный</PresentationFormat>
  <Paragraphs>58</Paragraphs>
  <Slides>12</Slides>
  <Notes>12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7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12</vt:i4>
      </vt:variant>
    </vt:vector>
  </HeadingPairs>
  <TitlesOfParts>
    <vt:vector size="20" baseType="lpstr">
      <vt:lpstr>Arial</vt:lpstr>
      <vt:lpstr>Gotham Pro Medium</vt:lpstr>
      <vt:lpstr>Tahoma</vt:lpstr>
      <vt:lpstr>TT Norms Bold</vt:lpstr>
      <vt:lpstr>TT Norms Medium</vt:lpstr>
      <vt:lpstr>TT Norms Pro Medium</vt:lpstr>
      <vt:lpstr>TT Norms Regular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Слайд с диаграммами</vt:lpstr>
      <vt:lpstr>Презентация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Михаил Плевако</cp:lastModifiedBy>
  <cp:revision>701</cp:revision>
  <cp:lastPrinted>2023-01-31T15:18:13Z</cp:lastPrinted>
  <dcterms:created xsi:type="dcterms:W3CDTF">2022-08-02T06:53:33Z</dcterms:created>
  <dcterms:modified xsi:type="dcterms:W3CDTF">2024-06-12T21:38:12Z</dcterms:modified>
</cp:coreProperties>
</file>